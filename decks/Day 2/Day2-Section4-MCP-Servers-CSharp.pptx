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08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82880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MCP</a:t>
            </a:r>
            <a:endParaRPr lang="en-US" sz="5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Servers in C#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6393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 min  ·  30 lecture / demo  +  30 lab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AH-HA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62763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 you </a:t>
            </a:r>
            <a:r>
              <a:rPr lang="en-US" sz="3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used</a:t>
            </a: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GitHub MCP server.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03504" y="2487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</a:t>
            </a:r>
            <a:r>
              <a:rPr lang="en-US" sz="3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your own</a:t>
            </a: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C# —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64008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Claude to your database and internal services.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2/11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Day 1's host / client / server model to C#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ModelContextProtocol + ModelContextProtocol.AspNetCore (v1.x GA)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typed MCP tools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tools through DI to EF Core &amp; services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your server to Claude Code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tool descriptions &amp; secure the server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3/11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RECAP FROM DAY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Host · client · server + primitives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90472" y="1655064"/>
            <a:ext cx="548640" cy="54864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3118" y="1797710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258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07492" y="2514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3022092" y="18745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314700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297680" y="1655064"/>
            <a:ext cx="548640" cy="54864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326" y="1797710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258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3314700" y="2514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MCP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829300" y="18745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121908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104888" y="1655064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7534" y="1797710"/>
            <a:ext cx="263347" cy="26334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258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550" dirty="0"/>
          </a:p>
        </p:txBody>
      </p:sp>
      <p:sp>
        <p:nvSpPr>
          <p:cNvPr id="21" name="Text 15"/>
          <p:cNvSpPr/>
          <p:nvPr/>
        </p:nvSpPr>
        <p:spPr>
          <a:xfrm>
            <a:off x="6121908" y="2514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build this today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48640" y="30358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SERVER EXPOSES THREE PRIMITIVES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3364992"/>
            <a:ext cx="2587752" cy="777240"/>
          </a:xfrm>
          <a:prstGeom prst="roundRect">
            <a:avLst>
              <a:gd name="adj" fmla="val 941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49808" y="358444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679546"/>
            <a:ext cx="175565" cy="17556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261872" y="3364992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functions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3227832" y="3364992"/>
            <a:ext cx="2587752" cy="777240"/>
          </a:xfrm>
          <a:prstGeom prst="roundRect">
            <a:avLst>
              <a:gd name="adj" fmla="val 941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1"/>
          <p:cNvSpPr/>
          <p:nvPr/>
        </p:nvSpPr>
        <p:spPr>
          <a:xfrm>
            <a:off x="3429000" y="358444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4098" y="3679546"/>
            <a:ext cx="175565" cy="175565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941064" y="3364992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readable data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907024" y="3364992"/>
            <a:ext cx="2587752" cy="777240"/>
          </a:xfrm>
          <a:prstGeom prst="roundRect">
            <a:avLst>
              <a:gd name="adj" fmla="val 941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6108192" y="358444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3290" y="3679546"/>
            <a:ext cx="175565" cy="175565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620256" y="3364992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Prompts</a:t>
            </a: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templates</a:t>
            </a:r>
            <a:endParaRPr lang="en-US" sz="1400" dirty="0"/>
          </a:p>
        </p:txBody>
      </p:sp>
      <p:sp>
        <p:nvSpPr>
          <p:cNvPr id="35" name="Text 2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4/11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SET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layout: BookTracker.Mcp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572000" cy="2331720"/>
          </a:xfrm>
          <a:prstGeom prst="roundRect">
            <a:avLst>
              <a:gd name="adj" fmla="val 3137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solution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023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BookTracker.Mcp/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Program.cs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Tools/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BookTools.cs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BookTracker.Mcp.csproj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ModelContextProtocol &amp; .AspNetCore pkgs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4068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04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07608" y="14264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project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007608" y="1709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BookTracker.Mcp in the solution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4068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04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07608" y="22037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C# SDK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007608" y="24871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ModelContextProtocol + ModelContextProtocol.AspNetCore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4068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04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07608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Hosts your tools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07608" y="32644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 Core &amp; Data projects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5/11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Streamable HTTP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78308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91383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Streamable HTTP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868680" y="24688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current transport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 over standard HTTP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C# SDK targets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663440" y="150876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937760" y="1783080"/>
            <a:ext cx="502920" cy="50292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8519" y="1913839"/>
            <a:ext cx="241402" cy="2414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62356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15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Older HTTP + SSE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983480" y="24688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previous transport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Superseded — don't use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 in new servers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6/11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tools with typed schemas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BookTools.cs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McpServerTool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 the catalog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by title or author."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SearchBooks(string query) =&gt;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_books.SearchAsync(query);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9788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24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64808" y="1426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Typed input schema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64808" y="17099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Parameters drive the JSON schema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97880" y="2286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242" y="23953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64808" y="22494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Description = contract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64808" y="253288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the model when to call it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897880" y="310896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7242" y="32183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64808" y="30723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discipline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64808" y="3355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skills &amp; in-process tools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7/11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PAYOFF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Claude to your own data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434840" cy="2011680"/>
          </a:xfrm>
          <a:prstGeom prst="roundRect">
            <a:avLst>
              <a:gd name="adj" fmla="val 3636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 into the tool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BookTools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BookDbContext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db,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IBookService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books)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injected like any service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257800" y="141732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652" y="151717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88152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search_books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788152" y="1636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catalog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257800" y="207568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7652" y="21755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788152" y="20299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get_reading_progress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788152" y="2295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a user's progress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257800" y="2734056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7652" y="2833908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788152" y="2688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add_book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788152" y="2953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Insert through your service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36118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49808" y="37307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170" y="3840114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3611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thin, governed gateway: </a:t>
            </a: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never touches the DB — only your tools.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8/11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the server with Claude Code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548640" y="20482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your server to a live tool call on real data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41248" y="27980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list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7FB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  ✓ connected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83480" y="26243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803" y="2695651"/>
            <a:ext cx="131674" cy="1316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67528" y="2606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the running server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983480" y="29900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803" y="3061411"/>
            <a:ext cx="131674" cy="13167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367528" y="297180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 mcp list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4983480" y="33558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803" y="3427171"/>
            <a:ext cx="131674" cy="13167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67528" y="33375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Invoke a tool against real data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54864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77724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lists your tools, then calls one and returns real rows.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9/11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SKIP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554480"/>
            <a:ext cx="2514600" cy="2240280"/>
          </a:xfrm>
          <a:prstGeom prst="roundRect">
            <a:avLst>
              <a:gd name="adj" fmla="val 40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173" y="201350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08660" y="303580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who is calling the server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314700" y="1554480"/>
            <a:ext cx="2514600" cy="2240280"/>
          </a:xfrm>
          <a:prstGeom prst="roundRect">
            <a:avLst>
              <a:gd name="adj" fmla="val 40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251960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201350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validation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515868" y="303580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trust tool arguments blindly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121908" y="1554480"/>
            <a:ext cx="2514600" cy="2240280"/>
          </a:xfrm>
          <a:prstGeom prst="roundRect">
            <a:avLst>
              <a:gd name="adj" fmla="val 40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059168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589" y="2013509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logging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6323076" y="303580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every tool call &amp; result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10/11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4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BookTracker.Mcp with 3+ tools connected to Claude Code,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2471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155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the BookTracker.Mcp server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6362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54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3+ DI-wired tools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0253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02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19933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&amp; invoke from Claude Code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87168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15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898648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builds and runs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18211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36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3+ typed tools, clear descriptions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call real services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749040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lists &amp; invokes a tool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11/11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631</Words>
  <Application>Microsoft Macintosh PowerPoint</Application>
  <PresentationFormat>On-screen Show (16:9)</PresentationFormat>
  <Paragraphs>137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4 — Building MCP Servers in C#</dc:title>
  <dc:subject>PptxGenJS Presentation</dc:subject>
  <dc:creator>dotnetclaude.com</dc:creator>
  <cp:lastModifiedBy>Chris Woodruff</cp:lastModifiedBy>
  <cp:revision>2</cp:revision>
  <dcterms:created xsi:type="dcterms:W3CDTF">2026-06-26T16:05:50Z</dcterms:created>
  <dcterms:modified xsi:type="dcterms:W3CDTF">2026-07-06T11:30:58Z</dcterms:modified>
</cp:coreProperties>
</file>