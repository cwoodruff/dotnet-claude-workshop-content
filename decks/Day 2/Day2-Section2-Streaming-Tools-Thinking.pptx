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507"/>
  </p:normalViewPr>
  <p:slideViewPr>
    <p:cSldViewPr snapToGrid="0" snapToObjects="1">
      <p:cViewPr varScale="1">
        <p:scale>
          <a:sx n="137" d="100"/>
          <a:sy n="137" d="100"/>
        </p:scale>
        <p:origin x="1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828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08" y="914400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73736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Streaming, Tool Calling</a:t>
            </a:r>
            <a:endParaRPr lang="en-US" sz="4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Extended Thinking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99616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1585204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6304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 responses to the client with SSE</a:t>
            </a:r>
            <a:endParaRPr lang="en-US" sz="1650" dirty="0"/>
          </a:p>
        </p:txBody>
      </p:sp>
      <p:sp>
        <p:nvSpPr>
          <p:cNvPr id="8" name="Shape 4"/>
          <p:cNvSpPr/>
          <p:nvPr/>
        </p:nvSpPr>
        <p:spPr>
          <a:xfrm>
            <a:off x="566928" y="1975104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2060692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typed tools Claude can call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566928" y="245059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253618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414016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the agent loop</a:t>
            </a:r>
            <a:endParaRPr lang="en-US" sz="1650" dirty="0"/>
          </a:p>
        </p:txBody>
      </p:sp>
      <p:sp>
        <p:nvSpPr>
          <p:cNvPr id="14" name="Shape 8"/>
          <p:cNvSpPr/>
          <p:nvPr/>
        </p:nvSpPr>
        <p:spPr>
          <a:xfrm>
            <a:off x="566928" y="292608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3011668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889504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tools to real BookTracker data</a:t>
            </a:r>
            <a:endParaRPr lang="en-US" sz="1650" dirty="0"/>
          </a:p>
        </p:txBody>
      </p:sp>
      <p:sp>
        <p:nvSpPr>
          <p:cNvPr id="17" name="Shape 10"/>
          <p:cNvSpPr/>
          <p:nvPr/>
        </p:nvSpPr>
        <p:spPr>
          <a:xfrm>
            <a:off x="566928" y="3401568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3487156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36499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extended thinking &amp; weigh its cost</a:t>
            </a:r>
            <a:endParaRPr lang="en-US" sz="1650" dirty="0"/>
          </a:p>
        </p:txBody>
      </p:sp>
      <p:sp>
        <p:nvSpPr>
          <p:cNvPr id="20" name="Text 1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2/12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STREAMING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Perceived latency is the point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1" y="17209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4813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Tokens arrive </a:t>
            </a:r>
            <a:r>
              <a:rPr lang="en-US" sz="26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UI feels instant.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48640" y="24688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822960" y="2761488"/>
            <a:ext cx="457200" cy="457200"/>
          </a:xfrm>
          <a:prstGeom prst="ellipse">
            <a:avLst/>
          </a:prstGeom>
          <a:solidFill>
            <a:srgbClr val="615C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2880360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27249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streaming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841248" y="32461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waits for the whole reply, then sees it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663440" y="24688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4937760" y="276148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2880360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577840" y="27249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streaming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4956048" y="32461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words appear in well under a second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3/12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PUSH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SSE in ASP.NET Core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212080" cy="2880360"/>
          </a:xfrm>
          <a:prstGeom prst="roundRect">
            <a:avLst>
              <a:gd name="adj" fmla="val 2540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StreamingService → endpoint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663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Response.ContentType =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"text/event-stream";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foreach</a:t>
            </a: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(var delta in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svc.StreamAsync(req))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Response.WriteAsync(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</a:t>
            </a:r>
            <a:r>
              <a:rPr lang="en-US" sz="12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"data: {delta}\n\n"</a:t>
            </a: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Response.Body.FlushAsync();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989320" y="1417320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172" y="151717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19672" y="1371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text/event-stream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519672" y="16367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the SSE content type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989320" y="2112264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172" y="2212116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9672" y="206654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frames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519672" y="2331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frame per chunk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89320" y="2807208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172" y="290706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19672" y="27614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Flush per chunk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519672" y="30266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each token immediately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89320" y="350215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9172" y="3602004"/>
            <a:ext cx="184343" cy="18434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19672" y="34564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IAsyncEnumerable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6519672" y="37216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yields Claude's deltas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4/12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consumption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160520" cy="1371600"/>
          </a:xfrm>
          <a:prstGeom prst="roundRect">
            <a:avLst>
              <a:gd name="adj" fmla="val 533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curl — watch frames land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-N \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localhost:5255/api/chat/stream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302666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browser — EventSource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EventSource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(url)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.onmessage = e =&gt;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append(e.data);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562" y="1572402"/>
            <a:ext cx="201900" cy="2019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96128" y="14264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-N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596128" y="17099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Disables buffering — see frames live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562" y="2441082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596128" y="22951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EventSource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596128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Browser's built-in SSE client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0" y="3200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8562" y="3309762"/>
            <a:ext cx="201900" cy="2019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96128" y="31638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arrive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5596128" y="34472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Attendees watch text appear word by word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 CALLING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a tool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6304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63524" y="173736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" y="18562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6172" y="1719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81812" y="2212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stable identifier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314700" y="146304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3570732" y="173736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604" y="185623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183380" y="1719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589020" y="2212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 &amp; when to use it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121908" y="146304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377940" y="173736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6812" y="185623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90588" y="1719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schema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396228" y="2212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Typed JSON parameters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15468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822960" y="3364992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719" y="3495751"/>
            <a:ext cx="241402" cy="24140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31546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description makes the tool reliable. </a:t>
            </a: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it like a skill description — written for the model.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loop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7512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330452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1211" y="2023567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requests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13232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tool to call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478024" y="210312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660904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323844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4603" y="2023567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706624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execute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2706624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C# method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471416" y="210312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654296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5317236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7995" y="2023567"/>
            <a:ext cx="241402" cy="24140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700016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result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700016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to Claude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464808" y="210312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647688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310628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1387" y="2023567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693408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continues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6693408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…or asks again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548640" y="3154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↻  repeats until Claude is done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0" y="3090672"/>
            <a:ext cx="2651760" cy="502920"/>
          </a:xfrm>
          <a:prstGeom prst="roundRect">
            <a:avLst>
              <a:gd name="adj" fmla="val 49091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227832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446520" y="3090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stop_reason: end_turn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548640" y="3749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5"/>
          <p:cNvSpPr/>
          <p:nvPr/>
        </p:nvSpPr>
        <p:spPr>
          <a:xfrm>
            <a:off x="777240" y="3749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it as a loop, </a:t>
            </a: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single call — keep going until end_turn.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IT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Wire tools to BookTracker data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93776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tool → service call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"update_progress"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Task&lt;string&gt;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UpdateProgress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bookId, int page) =&gt;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_books.SetProgress(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bookId, page);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reads &amp; writes the real DB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71500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36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81928" y="14264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up books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281928" y="170992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the catalog by title or id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715000" y="22402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36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81928" y="22037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 progress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281928" y="248716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 the reading position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715000" y="30175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362" y="312688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281928" y="29809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acts for real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281928" y="32644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hit BookTracker services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8/12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 the loop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41248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894" y="1989734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Max-iteration cap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554480" y="21762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runaway loops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41248" y="26974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the round-trips; break and return when the cap is hit.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663440" y="155448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956048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8694" y="1989734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6928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Per-call error handling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669280" y="21762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fail gracefully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956048" y="26974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exceptions per tool; feed the error back as a result.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ADVANCED LEVER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Extended thinking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to enable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4663440" y="150876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reasoning, multi-step planning, tricky math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appears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4663440" y="2386584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separate thinking block before the answer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&amp; latency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4663440" y="326440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tokens and slower — use it deliberately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10/12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Streaming endpoint + multi-tool agent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548640" y="20299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tokens stream and tools fire in the logs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259689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2668219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57860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Hit the live streaming endpoint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66928" y="294436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01569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92608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an agent that makes 2+ tool calls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66928" y="329184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363163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27355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each tool call in the logs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70332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749808" y="382219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931554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325880" y="3703320"/>
            <a:ext cx="7132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host/tool idea as MCP — </a:t>
            </a: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here; in Section 4 you expose it over MCP.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11/12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2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endpoint + a multi-tool agent, committed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978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97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SSE streaming endpoint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73352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673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6420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multi-tool agent loop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231136"/>
            <a:ext cx="4572000" cy="1508760"/>
          </a:xfrm>
          <a:prstGeom prst="roundRect">
            <a:avLst>
              <a:gd name="adj" fmla="val 4848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297680" y="23591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2642616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0" y="25968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 emit incrementally</a:t>
            </a:r>
            <a:endParaRPr lang="en-US" sz="12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2953512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572000" y="29077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makes 2+ tool calls first</a:t>
            </a:r>
            <a:endParaRPr lang="en-US" sz="125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64408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572000" y="32186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read/write real data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12/12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741</Words>
  <Application>Microsoft Macintosh PowerPoint</Application>
  <PresentationFormat>On-screen Show (16:9)</PresentationFormat>
  <Paragraphs>163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2 — Streaming, Tool Calling &amp; Extended Thinking</dc:title>
  <dc:subject>PptxGenJS Presentation</dc:subject>
  <dc:creator>dotnetclaude.com</dc:creator>
  <cp:lastModifiedBy>Chris Woodruff</cp:lastModifiedBy>
  <cp:revision>4</cp:revision>
  <dcterms:created xsi:type="dcterms:W3CDTF">2026-06-26T15:55:20Z</dcterms:created>
  <dcterms:modified xsi:type="dcterms:W3CDTF">2026-07-08T19:01:52Z</dcterms:modified>
</cp:coreProperties>
</file>