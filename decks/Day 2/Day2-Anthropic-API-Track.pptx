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WITH CLAUDE WORKSHOP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10512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21792" y="279806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Anthropic API Track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658368" y="3547872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DAY'S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toward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7209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8132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Architect, implement, and deploy </a:t>
            </a:r>
            <a:r>
              <a:rPr lang="en-US" sz="28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 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· tool-calling agents · RAG · MCP servers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idiomatic, production-quality C# — not notebook snippets. Real DI, real tests, real deployment.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at a glance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279806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Format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9:00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S1 — The C# SDK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10:45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 — Streaming &amp; Tools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12:30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Lunch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1:00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— RAG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2:15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S4 — MCP in C#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3:30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S5 — Testing &amp; CI/CD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4:15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S6 — Responsible AI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be able to do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3054096"/>
        </p:xfrm>
        <a:graphic>
          <a:graphicData uri="http://schemas.openxmlformats.org/drawingml/2006/table">
            <a:tbl>
              <a:tblPr/>
              <a:tblGrid>
                <a:gridCol w="667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Outcome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Integrate the Anthropic C# SDK with dependency injection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S1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Stream chat responses via Server-Sent Events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Build a tool-calling agent loop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Construct RAG pipelines over your data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Author custom C# MCP servers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S4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 Claude Code in GitHub Actions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Apply responsible-AI practices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S6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CAREFULLY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— API key required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097280"/>
          </a:xfrm>
          <a:prstGeom prst="roundRect">
            <a:avLst>
              <a:gd name="adj" fmla="val 8333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1755648"/>
            <a:ext cx="502920" cy="502920"/>
          </a:xfrm>
          <a:prstGeom prst="ellipse">
            <a:avLst/>
          </a:prstGeom>
          <a:solidFill>
            <a:srgbClr val="C25E4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1886407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417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Claude.ai Pro / Max subscription powers Claude Code (Day 1) — </a:t>
            </a: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it does NOT grant API access.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28525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706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an API key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937760" y="2706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Anthropic Console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66928" y="32461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3554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2095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billing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937760" y="32095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Metered, per-token usage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prerequisites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" y="15727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70" y="1682130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63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10 SDK + Day 1 BookTracker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35040" y="1463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extend yesterday's solution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212848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49808" y="23225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2431938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2128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API key via user-secrets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035040" y="22128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Kept out of source control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2962656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49808" y="30723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181746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296265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Desktop running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035040" y="296265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Qdrant + TestContainers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3712464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49808" y="382219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93155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71246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free path: Ollama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035040" y="371246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nomic-embed-text embeddings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key — safely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2286000"/>
          </a:xfrm>
          <a:prstGeom prst="roundRect">
            <a:avLst>
              <a:gd name="adj" fmla="val 320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65506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24128" y="165506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43584" y="165506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6304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984248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inside BookTracker.Api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init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set \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"Anthropic:ApiKey" </a:t>
            </a:r>
            <a:r>
              <a:rPr lang="en-US" sz="15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"sk-ant-..."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commit it — secrets stay out of git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user-secrets keeps the key in your profile, never in the repo.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 spend required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647749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630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cloud embeddings for local </a:t>
            </a: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49808" y="23591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246851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2860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0" y="22860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768-dim embeddings, fully local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92608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749808" y="29992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108594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2926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interface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572000" y="29260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Swap behind one abstraction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48640" y="356616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49808" y="363931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748674"/>
            <a:ext cx="201900" cy="201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35661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local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572000" y="35661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· Qdrant · TestContainers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build today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766" y="1966326"/>
            <a:ext cx="237012" cy="237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chat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Token-by-token assistant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3756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7530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686" y="1966326"/>
            <a:ext cx="237012" cy="2370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0624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Tool-calling agent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20624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real data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2648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6422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606" y="1966326"/>
            <a:ext cx="237012" cy="2370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9516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engine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99516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pipeline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8638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66" y="3292206"/>
            <a:ext cx="237012" cy="2370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MCP server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41732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own tools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33756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357530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686" y="3292206"/>
            <a:ext cx="237012" cy="2370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20624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AI-generated tests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20624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Spec-driven xUnit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12648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636422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606" y="3292206"/>
            <a:ext cx="237012" cy="23701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9516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review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699516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code review in CI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ARCHITECTURE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each session lands in BookTracker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3063240"/>
          </a:xfrm>
          <a:prstGeom prst="roundRect">
            <a:avLst>
              <a:gd name="adj" fmla="val 2388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627632"/>
            <a:ext cx="50292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BookTracker.sln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BookTracker.Api/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ChatEndpoints.cs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S1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AgentEndpoints.cs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S2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BookTracker.Core/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RagService.cs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S3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BookTracker.VectorStore/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S3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BookTracker.Mcp/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S4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BookTracker.Tests/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S5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.github/workflows/</a:t>
            </a: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5508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MAP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355080" y="1737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95160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SDK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21945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55080" y="21945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95160" y="21945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&amp; Tools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26517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26517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31089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31089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9516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in C#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35661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55080" y="35661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35661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&amp; CI/CD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FROM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.claude/ setup still applies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175564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1886407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4630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Yesterday's rules, skills, hooks &amp; plugin </a:t>
            </a:r>
            <a:r>
              <a:rPr lang="en-US" sz="17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travel into today's code.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28525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/ test hook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029200" y="27066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Surfaces failures as you write API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66928" y="32461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3554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209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guardrails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029200" y="3209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generated C# on-convention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66928" y="3749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85840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.claude/, new work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29200" y="37124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 you built once keeps paying off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613</Words>
  <Application>Microsoft Macintosh PowerPoint</Application>
  <PresentationFormat>On-screen Show (16:9)</PresentationFormat>
  <Paragraphs>154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The Anthropic API Track</dc:title>
  <dc:subject>PptxGenJS Presentation</dc:subject>
  <dc:creator>dotnetclaude.com</dc:creator>
  <cp:lastModifiedBy>Chris Woodruff</cp:lastModifiedBy>
  <cp:revision>3</cp:revision>
  <dcterms:created xsi:type="dcterms:W3CDTF">2026-06-26T15:43:00Z</dcterms:created>
  <dcterms:modified xsi:type="dcterms:W3CDTF">2026-07-10T11:59:43Z</dcterms:modified>
</cp:coreProperties>
</file>