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9144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AI WITH CLAUDE WORKSHOP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81051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21792" y="279806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Anthropic API Track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658368" y="3547872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639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DAY'S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 toward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Architect, implement, and deploy </a:t>
            </a:r>
            <a:r>
              <a:rPr lang="en-US" sz="2800" b="1" dirty="0">
                <a:solidFill>
                  <a:srgbClr val="C2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features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417320" y="2286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· tool-calling agents · RAG · MCP servers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788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in idiomatic, production-quality C# — not notebook snippets. Real DI, real tests, real deployment.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at a glance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79806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Session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9:00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 — The C# SDK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Concepts + lab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10:45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S2 — Streaming &amp; Tools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Concepts + lab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615C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12:30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615C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Lunch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615C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1:00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S3 — RAG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Concepts + lab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2:15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S4 — MCP in C#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Concepts + lab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3:30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S5 — Testing &amp; CI/CD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Concepts + lab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4:15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S6 — Responsible AI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be able to do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3054096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Integrate the Anthropic C# SDK with dependency injection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Stream chat responses via Server-Sent Events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Build a tool-calling agent loop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Construct RAG pipelines over your data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S3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 custom C# MCP servers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S4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 Claude Code in GitHub Actions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Apply responsible-AI practices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25E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S6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CAREFULLY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— API key required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502920" cy="502920"/>
          </a:xfrm>
          <a:prstGeom prst="ellipse">
            <a:avLst/>
          </a:prstGeom>
          <a:solidFill>
            <a:srgbClr val="C25E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" y="188640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4173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Claude.ai Pro / Max subscription powers Claude Code (Day 1) — </a:t>
            </a:r>
            <a:r>
              <a:rPr lang="en-US" sz="16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it does NOT grant API access.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7432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" y="285256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2706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an API key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937760" y="2706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Anthropic Console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32461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335548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2095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Pay-as-you-go billing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937760" y="32095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Metered, per-token usage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66928" y="3749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385840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712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credit covers the workshop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937760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 spend needed today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prerequisites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70" y="1682130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10 SDK + Day 1 BookTracker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3504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extend yesterday's solution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212848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9808" y="232257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2431938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212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API key via user-secrets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03504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Kept out of source control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962656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49808" y="307238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3181746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9626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Desktop running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035040" y="29626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Qdrant + TestContainers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12464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9808" y="382219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" y="3931554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7124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free path: Ollama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035040" y="37124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nomic-embed-text embeddings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key — safely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2286000"/>
          </a:xfrm>
          <a:prstGeom prst="roundRect">
            <a:avLst>
              <a:gd name="adj" fmla="val 3200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55064"/>
            <a:ext cx="146304" cy="146304"/>
          </a:xfrm>
          <a:prstGeom prst="ellipse">
            <a:avLst/>
          </a:prstGeom>
          <a:solidFill>
            <a:srgbClr val="E068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1655064"/>
            <a:ext cx="146304" cy="146304"/>
          </a:xfrm>
          <a:prstGeom prst="ellipse">
            <a:avLst/>
          </a:prstGeom>
          <a:solidFill>
            <a:srgbClr val="E0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1655064"/>
            <a:ext cx="146304" cy="146304"/>
          </a:xfrm>
          <a:prstGeom prst="ellipse">
            <a:avLst/>
          </a:prstGeom>
          <a:solidFill>
            <a:srgbClr val="5F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84248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inside BookTracker.Api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user-secrets init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user-secrets set \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"Anthropic:ApiKey" </a:t>
            </a:r>
            <a:r>
              <a:rPr lang="en-US" sz="15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"sk-ant-..."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commit it — secrets stay out of git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user-secrets keeps the key in your profile, never in the repo.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FREE-FIRST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cloud spend required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1647749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cloud embeddings for local </a:t>
            </a:r>
            <a:r>
              <a:rPr lang="en-US" sz="2200" b="1" dirty="0">
                <a:solidFill>
                  <a:srgbClr val="C2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r>
              <a:rPr lang="en-US" sz="2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49808" y="23591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2468514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286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nomic-embed-text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0" y="22860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768-dim embeddings, fully local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49808" y="299923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3108594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926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interface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72000" y="29260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behind one abstraction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566160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9808" y="363931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" y="3748674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5661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local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0" y="35661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Qdrant · TestContainers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837944"/>
            <a:ext cx="493776" cy="49377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66" y="1966326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chat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075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Token-by-token assistant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75304" y="1837944"/>
            <a:ext cx="493776" cy="49377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686" y="1966326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Tool-calling agent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206240" y="2075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on real data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64224" y="1837944"/>
            <a:ext cx="493776" cy="49377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06" y="1966326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995160" y="2075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pipeline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28346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86384" y="3163824"/>
            <a:ext cx="493776" cy="49377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66" y="3292206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MCP server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34015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tools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337560" y="28346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575304" y="3163824"/>
            <a:ext cx="493776" cy="49377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686" y="3292206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tests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206240" y="34015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xUnit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26480" y="28346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64224" y="3163824"/>
            <a:ext cx="493776" cy="49377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606" y="3292206"/>
            <a:ext cx="237012" cy="237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review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995160" y="34015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code review in CI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session lands in BookTracker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3063240"/>
          </a:xfrm>
          <a:prstGeom prst="roundRect">
            <a:avLst>
              <a:gd name="adj" fmla="val 2388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627632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BookTracker.sln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BookTracker.Api/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ChatEndpoints.cs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S1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AgentEndpoints.cs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S2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BookTracker.Core/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RagService.cs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S3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BookTracker.VectorStore/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S3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BookTracker.Mcp/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S4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BookTracker.Tests/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S5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.github/workflows/</a:t>
            </a:r>
            <a:r>
              <a:rPr lang="en-US" sz="130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95160" y="17373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SDK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1945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2194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&amp; Tools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6517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6517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651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3108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in C#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56616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35661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566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CI/CD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 FROM DAY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.claude/ setup still applies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" y="188640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46304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Yesterday's rules, skills, hooks &amp; plugin </a:t>
            </a:r>
            <a:r>
              <a:rPr lang="en-US" sz="17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into today's code.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27432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" y="285256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 / test hook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029200" y="2706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failures as you write API code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6928" y="32461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335548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2095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guardrails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029200" y="3209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generated C# on-convention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66928" y="3749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385840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.claude/, new work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029200" y="3712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you built once keeps paying off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377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11/11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Macintosh PowerPoint</Application>
  <PresentationFormat>On-screen Show (16:9)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The Anthropic API Track</dc:title>
  <dc:subject>PptxGenJS Presentation</dc:subject>
  <dc:creator>dotnetclaude.com</dc:creator>
  <cp:lastModifiedBy>Chris Woodruff</cp:lastModifiedBy>
  <cp:revision>2</cp:revision>
  <dcterms:created xsi:type="dcterms:W3CDTF">2026-06-26T15:43:00Z</dcterms:created>
  <dcterms:modified xsi:type="dcterms:W3CDTF">2026-07-06T11:28:24Z</dcterms:modified>
</cp:coreProperties>
</file>