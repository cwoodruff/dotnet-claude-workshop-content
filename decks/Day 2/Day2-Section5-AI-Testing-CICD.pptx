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640080"/>
            <a:ext cx="1005840" cy="10058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83880" y="1463040"/>
            <a:ext cx="411480" cy="411480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32688"/>
            <a:ext cx="457200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5216" y="178308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1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Testing</a:t>
            </a:r>
            <a:endParaRPr lang="en-US" sz="4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1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CI/CD Integration</a:t>
            </a:r>
            <a:endParaRPr lang="en-US" sz="4100" dirty="0"/>
          </a:p>
        </p:txBody>
      </p:sp>
      <p:sp>
        <p:nvSpPr>
          <p:cNvPr id="7" name="Shape 4"/>
          <p:cNvSpPr/>
          <p:nvPr/>
        </p:nvSpPr>
        <p:spPr>
          <a:xfrm>
            <a:off x="658368" y="3493008"/>
            <a:ext cx="1005840" cy="0"/>
          </a:xfrm>
          <a:prstGeom prst="line">
            <a:avLst/>
          </a:prstGeom>
          <a:noFill/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walk away able to do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447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1530340"/>
            <a:ext cx="158008" cy="1580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417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xUnit suites with Claude Code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66928" y="19019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1987540"/>
            <a:ext cx="158008" cy="1580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18745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AI for edge-case analysis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566928" y="23591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2444740"/>
            <a:ext cx="158008" cy="1580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23317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integration tests with TestContainers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566928" y="28163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2901940"/>
            <a:ext cx="158008" cy="1580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51560" y="27889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Claude headless in GitHub Actions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566928" y="32735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359140"/>
            <a:ext cx="158008" cy="1580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51560" y="32461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AI code review on PRs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66928" y="37307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816340"/>
            <a:ext cx="158008" cy="15800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5156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release notes with AI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4" name="Text 15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5  ·  2/11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 what to test, not how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04672" y="1591056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709928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4173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reads the implementation </a:t>
            </a: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you describe the cases, it writes the xUnit.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423160"/>
            <a:ext cx="3931920" cy="640080"/>
          </a:xfrm>
          <a:prstGeom prst="roundRect">
            <a:avLst>
              <a:gd name="adj" fmla="val 10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94944" y="2542032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" y="2646639"/>
            <a:ext cx="193121" cy="1931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4963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Happy path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325880" y="2770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normal, expected flow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663440" y="2423160"/>
            <a:ext cx="3931920" cy="640080"/>
          </a:xfrm>
          <a:prstGeom prst="roundRect">
            <a:avLst>
              <a:gd name="adj" fmla="val 10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809744" y="2542032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351" y="2646639"/>
            <a:ext cx="193121" cy="19312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24963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Multi-tool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440680" y="2770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Several tool calls in one turn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3191256"/>
            <a:ext cx="3931920" cy="640080"/>
          </a:xfrm>
          <a:prstGeom prst="roundRect">
            <a:avLst>
              <a:gd name="adj" fmla="val 10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694944" y="3310128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551" y="3414735"/>
            <a:ext cx="193121" cy="19312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32644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error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325880" y="35387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tool throws or returns an error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663440" y="3191256"/>
            <a:ext cx="3931920" cy="640080"/>
          </a:xfrm>
          <a:prstGeom prst="roundRect">
            <a:avLst>
              <a:gd name="adj" fmla="val 10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4809744" y="3310128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351" y="3414735"/>
            <a:ext cx="193121" cy="19312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40680" y="32644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CancellationToken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5440680" y="35387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request is cancelled mid-flight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5  ·  3/11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WHAT YOU'D MISS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adversarial test engineer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4E4DC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04672" y="1572768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691640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41732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Claude to attack its own code — surface the failures you wouldn't think of.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48640" y="2395728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76656" y="2487168"/>
            <a:ext cx="292608" cy="29260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734" y="2563246"/>
            <a:ext cx="140452" cy="1404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1872" y="239572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Null messages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4663440" y="2395728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4791456" y="2487168"/>
            <a:ext cx="292608" cy="29260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7534" y="2563246"/>
            <a:ext cx="140452" cy="1404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76672" y="239572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Rate-limit handling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548640" y="2980944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676656" y="3072384"/>
            <a:ext cx="292608" cy="29260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734" y="3148462"/>
            <a:ext cx="140452" cy="14045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61872" y="298094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collision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4663440" y="2980944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4791456" y="3072384"/>
            <a:ext cx="292608" cy="29260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7534" y="3148462"/>
            <a:ext cx="140452" cy="14045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376672" y="298094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Deserialization failures</a:t>
            </a:r>
            <a:endParaRPr lang="en-US" sz="1350" dirty="0"/>
          </a:p>
        </p:txBody>
      </p:sp>
      <p:sp>
        <p:nvSpPr>
          <p:cNvPr id="25" name="Shape 17"/>
          <p:cNvSpPr/>
          <p:nvPr/>
        </p:nvSpPr>
        <p:spPr>
          <a:xfrm>
            <a:off x="548640" y="3566160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8"/>
          <p:cNvSpPr/>
          <p:nvPr/>
        </p:nvSpPr>
        <p:spPr>
          <a:xfrm>
            <a:off x="676656" y="3657600"/>
            <a:ext cx="292608" cy="29260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734" y="3733678"/>
            <a:ext cx="140452" cy="14045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261872" y="35661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CancellationTokens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5  ·  4/11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TESTS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TestContainers — no mocks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675181"/>
            <a:ext cx="307238" cy="3072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48132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</a:t>
            </a:r>
            <a:r>
              <a:rPr lang="en-US" sz="2200" b="1" dirty="0">
                <a:solidFill>
                  <a:srgbClr val="C2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Server</a:t>
            </a:r>
            <a:r>
              <a:rPr lang="en-US" sz="22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real </a:t>
            </a:r>
            <a:r>
              <a:rPr lang="en-US" sz="2200" b="1" dirty="0">
                <a:solidFill>
                  <a:srgbClr val="C2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Qdrant</a:t>
            </a:r>
            <a:r>
              <a:rPr lang="en-US" sz="22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Docker.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548640" y="2331720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749808" y="240487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70" y="2514234"/>
            <a:ext cx="201900" cy="201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23317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SQL Server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4572000" y="23317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 Core hits an actual database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2971800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749808" y="304495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70" y="3154314"/>
            <a:ext cx="201900" cy="2019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29718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Qdrant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4572000" y="29718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queries run end to end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48640" y="3611880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749808" y="368503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170" y="3794394"/>
            <a:ext cx="201900" cy="2019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5880" y="36118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mocks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4572000" y="36118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exercise the true integration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5  ·  5/11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in GitHub Actions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7492" y="14173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536192" y="1618488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64" y="1737360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492" y="21671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 diff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07492" y="24414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Headless review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022092" y="18288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314700" y="14173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343400" y="1618488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173736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14700" y="21671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 as GFM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3314700" y="24414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Markdown comment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829300" y="18288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6121908" y="14173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150608" y="1618488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737360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21908" y="21671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 PR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6121908" y="24414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Posted inline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306324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841248" y="331927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cost lever: cheap model for CI reviews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--model </a:t>
            </a:r>
            <a:r>
              <a:rPr lang="en-US" sz="130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claude-haiku-4-5</a:t>
            </a: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-p </a:t>
            </a:r>
            <a:r>
              <a:rPr lang="en-US" sz="130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"review the diff"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5  ·  6/11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TAG PUSH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release notes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4206240" cy="1481328"/>
          </a:xfrm>
          <a:prstGeom prst="roundRect">
            <a:avLst>
              <a:gd name="adj" fmla="val 4938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517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trigger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41248" y="182880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push: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tags: [ </a:t>
            </a:r>
            <a:r>
              <a:rPr lang="en-US" sz="125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"v*"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 log → Claude → notes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GROUPED INTO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0" y="1691640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298" y="1786738"/>
            <a:ext cx="175565" cy="1755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41264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New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029200" y="2194560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4298" y="2289658"/>
            <a:ext cx="175565" cy="1755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41264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 Fixes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029200" y="2697480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4298" y="2792578"/>
            <a:ext cx="175565" cy="1755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41264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Breaking Changes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5029200" y="3200400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298" y="3295498"/>
            <a:ext cx="175565" cy="1755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541264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Notes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548640" y="3200400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777240" y="32004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git log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turns raw commits into readable notes.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5  ·  7/11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TIE-IN TO DAY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CI review is a skill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8046720" cy="1005840"/>
          </a:xfrm>
          <a:prstGeom prst="roundRect">
            <a:avLst>
              <a:gd name="adj" fmla="val 10909"/>
            </a:avLst>
          </a:prstGeom>
          <a:solidFill>
            <a:srgbClr val="F4E4DC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41248" y="1691640"/>
            <a:ext cx="502920" cy="5029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" y="1822399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72768" y="14173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.claude/skills/ code-review skill </a:t>
            </a: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run locally with /code-review.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66928" y="269748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90" y="2806842"/>
            <a:ext cx="201900" cy="201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33856" y="26609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it once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074920" y="26609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skill runs locally and in CI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66928" y="320040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90" y="3309762"/>
            <a:ext cx="201900" cy="201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33856" y="31638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invocations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074920" y="31638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a PreToolUse hook to record use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66928" y="370332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90" y="3812682"/>
            <a:ext cx="201900" cy="2019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33856" y="36667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under-triggering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5074920" y="36667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Anthropic spots skills that miss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5  ·  8/11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2296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804672" y="1014984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51560" y="822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Generated tests + CI review on a PR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20756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 fresh test suite to an automated PR comment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" y="267004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2741371"/>
            <a:ext cx="131674" cy="1316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65176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 test suite for AgentService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66928" y="3054096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3125419"/>
            <a:ext cx="131674" cy="1316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03580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 PR and let Actions run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66928" y="3438144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3509467"/>
            <a:ext cx="131674" cy="13167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419856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Claude comment the AI review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548640" y="3913632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4DA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777240" y="39136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 it:  </a:t>
            </a: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review comment appears on the PR with no human in the loop.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5  ·  9/11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22960"/>
            <a:ext cx="3154680" cy="3429000"/>
          </a:xfrm>
          <a:prstGeom prst="roundRect">
            <a:avLst>
              <a:gd name="adj" fmla="val 3478"/>
            </a:avLst>
          </a:prstGeom>
          <a:solidFill>
            <a:srgbClr val="D97757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133856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17556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5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868680" y="23408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E9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min  ·  hands-on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886968" y="2724912"/>
            <a:ext cx="1691640" cy="0"/>
          </a:xfrm>
          <a:prstGeom prst="line">
            <a:avLst/>
          </a:prstGeom>
          <a:noFill/>
          <a:ln w="19050">
            <a:solidFill>
              <a:srgbClr val="F2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68680" y="28529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BE9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68680" y="309067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tests passing + Actions AI review + release-notes job, committed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069080" y="841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PARTS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069080" y="1197864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069080" y="1197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1188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the xUnit test suite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4069080" y="1655064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069080" y="1655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26280" y="16459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TestContainers test (stretch)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4069080" y="2112264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069080" y="2112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26280" y="2103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 AI code review in Actions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4069080" y="2569464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069080" y="2569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526280" y="25603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the release-notes job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4069080" y="3127248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297680" y="3346704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042" y="3456066"/>
            <a:ext cx="201900" cy="2019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846320" y="312724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checkpoint on the next slide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checks — tests, edge cases, CI, notes, stretch.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5  ·  10/11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 OF DONE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5 checkpoint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8046720" cy="548640"/>
          </a:xfrm>
          <a:prstGeom prst="roundRect">
            <a:avLst>
              <a:gd name="adj" fmla="val 1166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3232" y="1444752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39" y="1549359"/>
            <a:ext cx="193121" cy="1931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371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pass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303520" y="1371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generated xUnit suite is green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1993392"/>
            <a:ext cx="8046720" cy="548640"/>
          </a:xfrm>
          <a:prstGeom prst="roundRect">
            <a:avLst>
              <a:gd name="adj" fmla="val 1166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13232" y="2066544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39" y="2171151"/>
            <a:ext cx="193121" cy="1931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19933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Edge-case tests added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5303520" y="19933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Adversarial scenarios covered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2615184"/>
            <a:ext cx="8046720" cy="548640"/>
          </a:xfrm>
          <a:prstGeom prst="roundRect">
            <a:avLst>
              <a:gd name="adj" fmla="val 1166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13232" y="2688336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39" y="2792943"/>
            <a:ext cx="193121" cy="1931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26151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runs AI review on a PR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5303520" y="26151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comments on the diff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236976"/>
            <a:ext cx="8046720" cy="548640"/>
          </a:xfrm>
          <a:prstGeom prst="roundRect">
            <a:avLst>
              <a:gd name="adj" fmla="val 1166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713232" y="3310128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39" y="3414735"/>
            <a:ext cx="193121" cy="19312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32369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 push produces release notes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5303520" y="32369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Grouped, readable output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548640" y="3858768"/>
            <a:ext cx="8046720" cy="548640"/>
          </a:xfrm>
          <a:prstGeom prst="roundRect">
            <a:avLst>
              <a:gd name="adj" fmla="val 11667"/>
            </a:avLst>
          </a:prstGeom>
          <a:solidFill>
            <a:srgbClr val="F4E4DC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713232" y="3931920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839" y="4036527"/>
            <a:ext cx="193121" cy="19312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325880" y="38587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TestContainers test passes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5303520" y="38587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SQL Server / Qdrant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7635240" y="389534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5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</a:t>
            </a:r>
            <a:endParaRPr lang="en-US" sz="850" dirty="0"/>
          </a:p>
        </p:txBody>
      </p:sp>
      <p:sp>
        <p:nvSpPr>
          <p:cNvPr id="31" name="Text 23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5  ·  11/11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597</Words>
  <Application>Microsoft Macintosh PowerPoint</Application>
  <PresentationFormat>On-screen Show (16:9)</PresentationFormat>
  <Paragraphs>128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Courier New</vt:lpstr>
      <vt:lpstr>Georgia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5 — AI-Powered Testing + CI/CD Integration</dc:title>
  <dc:subject>PptxGenJS Presentation</dc:subject>
  <dc:creator>dotnetclaude.com</dc:creator>
  <cp:lastModifiedBy>Chris Woodruff</cp:lastModifiedBy>
  <cp:revision>3</cp:revision>
  <dcterms:created xsi:type="dcterms:W3CDTF">2026-06-26T16:15:48Z</dcterms:created>
  <dcterms:modified xsi:type="dcterms:W3CDTF">2026-07-08T19:02:25Z</dcterms:modified>
</cp:coreProperties>
</file>