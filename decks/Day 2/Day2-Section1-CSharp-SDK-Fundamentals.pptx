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6304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32688"/>
            <a:ext cx="457200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783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Anthropic</a:t>
            </a:r>
            <a:endParaRPr lang="en-US" sz="4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SDK Fundamentals</a:t>
            </a:r>
            <a:endParaRPr lang="en-US" sz="4300" dirty="0"/>
          </a:p>
        </p:txBody>
      </p:sp>
      <p:sp>
        <p:nvSpPr>
          <p:cNvPr id="7" name="Shape 4"/>
          <p:cNvSpPr/>
          <p:nvPr/>
        </p:nvSpPr>
        <p:spPr>
          <a:xfrm>
            <a:off x="658368" y="3520440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470721"/>
            <a:ext cx="149230" cy="149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71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&amp; configure the official Anthropic package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882201"/>
            <a:ext cx="149230" cy="1492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17830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AnthropicClient via DI (options pattern)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566928" y="221284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293681"/>
            <a:ext cx="149230" cy="1492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21945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single- and multi-turn calls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566928" y="262432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705161"/>
            <a:ext cx="149230" cy="1492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26060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ClaudeService abstraction</a:t>
            </a:r>
            <a:endParaRPr lang="en-US" sz="1550" dirty="0"/>
          </a:p>
        </p:txBody>
      </p:sp>
      <p:sp>
        <p:nvSpPr>
          <p:cNvPr id="17" name="Shape 10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116641"/>
            <a:ext cx="149230" cy="1492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24128" y="3017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history with IDistributedCache</a:t>
            </a:r>
            <a:endParaRPr lang="en-US" sz="1550" dirty="0"/>
          </a:p>
        </p:txBody>
      </p:sp>
      <p:sp>
        <p:nvSpPr>
          <p:cNvPr id="20" name="Shape 12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528121"/>
            <a:ext cx="149230" cy="14923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4128" y="34290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prompt caching &amp; Polly retries</a:t>
            </a:r>
            <a:endParaRPr lang="en-US" sz="1550" dirty="0"/>
          </a:p>
        </p:txBody>
      </p:sp>
      <p:sp>
        <p:nvSpPr>
          <p:cNvPr id="23" name="Shape 14"/>
          <p:cNvSpPr/>
          <p:nvPr/>
        </p:nvSpPr>
        <p:spPr>
          <a:xfrm>
            <a:off x="566928" y="38587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939601"/>
            <a:ext cx="149230" cy="14923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24128" y="38404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where IChatClient fits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RIGHT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.NET SDK landscape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9222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173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 v12.x</a:t>
            </a: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— official &amp; recommended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section uses throughout.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542032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options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9443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Anthropic.SDK · Claudia — viable, not covered here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2542032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64608" y="2743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620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5420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tryAGI.Anthropic v3.x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different lineage — don't confuse it.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setup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800600" cy="2788920"/>
          </a:xfrm>
          <a:prstGeom prst="roundRect">
            <a:avLst>
              <a:gd name="adj" fmla="val 262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Anthropic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user-secrets set \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"Anthropic:ApiKey" </a:t>
            </a: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"sk-ant-..."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.Configure&lt;</a:t>
            </a:r>
            <a:r>
              <a:rPr lang="en-US" sz="130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AnthropicOptions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config.GetSection(</a:t>
            </a: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"Anthropic"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92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0488" y="1426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package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90488" y="17099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 add package Anthropic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23560" y="23317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922" y="244108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0488" y="2295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 user-secrets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90488" y="2578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in appsettings or git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23560" y="32004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922" y="330976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0488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pattern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190488" y="34472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 the Anthropic config section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LIFETIME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AnthropicClient as a Singleton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719072"/>
            <a:ext cx="502920" cy="502920"/>
          </a:xfrm>
          <a:prstGeom prst="ellipse">
            <a:avLst/>
          </a:prstGeom>
          <a:solidFill>
            <a:srgbClr val="C25E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1849831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2768" y="14173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holds an HttpClient. </a:t>
            </a: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or Transient → socket exhaustion under load.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41248" y="295351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50" b="1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AddSingleton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AnthropicClient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 =&gt; new 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AnthropicClient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(opts.ApiKey));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852160" y="2743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client, </a:t>
            </a:r>
            <a:r>
              <a:rPr lang="en-US" sz="145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reused</a:t>
            </a: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app's lifetime — pooled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connections, no leaks.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Single-turn message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MessagesService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58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await client.Messages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.CreateAsync(new 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MessageRequest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"claude-sonnet-4-6"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MaxTokens =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 userMessage 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res.Usage.InputTokens / OutputTokens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0" y="141732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452" y="15171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3952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73952" y="16367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model id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43600" y="2093976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452" y="2193828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73952" y="2048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tokens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73952" y="2313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the response length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0" y="2770632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452" y="2870484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3952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73952" y="29900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conversation so far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0" y="3447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452" y="3547140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3952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73952" y="3666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token counts back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prompts &amp; multi-turn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prompt is your assistant's </a:t>
            </a:r>
            <a:r>
              <a:rPr lang="en-US" sz="1900" b="1" dirty="0">
                <a:solidFill>
                  <a:srgbClr val="C2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“constructor.”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9808" y="2587752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692359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history → message list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9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IClaudeService rebuilds the array each call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36392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49808" y="3209544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3314151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1363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 the new turn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394960" y="3136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latest user message, then send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758184"/>
            <a:ext cx="8046720" cy="548640"/>
          </a:xfrm>
          <a:prstGeom prst="roundRect">
            <a:avLst>
              <a:gd name="adj" fmla="val 11667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9808" y="3831336"/>
            <a:ext cx="402336" cy="40233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935943"/>
            <a:ext cx="193121" cy="1931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7581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API, stateful service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394960" y="37581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holds nothing between calls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caching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758391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CacheControlType.Ephemeral</a:t>
            </a: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up to ~90% off cached input tokens.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WHEN…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8529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94944" y="2953512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3048610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8529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Prefix ≥ ~2,048 tokens (Sonnet 4.6) / ~4,096 (Haiku 4.5, Opus) — below the minimum, caching silently won't fire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28529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09744" y="2953512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42" y="3048610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8529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across many requests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52958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94944" y="363016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2" y="3725266"/>
            <a:ext cx="175565" cy="1755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5295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RAG context blocks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663440" y="352958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809744" y="3630168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4842" y="3725266"/>
            <a:ext cx="175565" cy="1755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40680" y="35295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example sets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1498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22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call → multi-turn → caching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1579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token counts change across calls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74320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2814523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72491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first working single-turn call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1272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198571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1089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it into a multi-turn conversation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51129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582619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9300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caching: CacheCreation, then CacheRead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931920"/>
            <a:ext cx="8046720" cy="438912"/>
          </a:xfrm>
          <a:prstGeom prst="roundRect">
            <a:avLst>
              <a:gd name="adj" fmla="val 16667"/>
            </a:avLst>
          </a:prstGeom>
          <a:solidFill>
            <a:srgbClr val="F4D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7240" y="39319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 it:  </a:t>
            </a: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call writes the cache, the second reads it — far cheaper.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with Polly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policy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.Handle&lt;</a:t>
            </a:r>
            <a:r>
              <a:rPr lang="en-US" sz="125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ApiException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&gt;(e =&gt;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e.Status is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529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.WaitAndRetryAsync(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retryCount: </a:t>
            </a:r>
            <a:r>
              <a:rPr lang="en-US" sz="12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exponential backoff</a:t>
            </a:r>
            <a:r>
              <a:rPr lang="en-US" sz="12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4173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limited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off and retry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852160" y="26974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80760" y="26974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529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Overloaded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Transient — retry safely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IT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 endpoint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" y="1828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app.MapPost(</a:t>
            </a:r>
            <a:r>
              <a:rPr lang="en-US" sz="130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"/api/chat"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</a:t>
            </a:r>
            <a:r>
              <a:rPr lang="en-US" sz="130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ChatRequest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dirty="0">
                <a:solidFill>
                  <a:srgbClr val="9F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IClaudeService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svc) =&gt;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svc.ReplyAsync(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req.SessionId, req.Text));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146304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522" y="1572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9088" y="1426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/api/chat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19088" y="1709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minimal-API endpoint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852160" y="22402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522" y="234964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9088" y="22037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IClaudeService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19088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stays thin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52160" y="30175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22" y="312688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908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Session-keyed history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19088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loads &amp; saves it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Microsoft.Extensions.AI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41248" y="1737360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186811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2768" y="1463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IChatClient </a:t>
            </a: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 provider-agnostic chat abstraction.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269748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" y="2806842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856" y="26609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interface, many providers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303520" y="2660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Anthropic, OpenAI, Azure, local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32004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" y="3309762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3856" y="3163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middleware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30352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Logging, telemetry, function-calling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66928" y="37033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" y="3812682"/>
            <a:ext cx="201900" cy="201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33856" y="3666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SDK still underneath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303520" y="3666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 directly when you need the detail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02336"/>
            <a:ext cx="365760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22960"/>
            <a:ext cx="3154680" cy="342900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33856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7556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868680" y="2340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724912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2852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0906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/api/chat with multi-turn history + prompt caching, committed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69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124712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1115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the SDK &amp; make a call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69080" y="1563624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multi-turn history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069080" y="2002536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002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E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6280" y="19933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prompt caching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069080" y="2487168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BFAF6"/>
          </a:solidFill>
          <a:ln w="12700">
            <a:solidFill>
              <a:srgbClr val="D8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97680" y="26151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89864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returns a response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18211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136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persists across turns</a:t>
            </a:r>
            <a:endParaRPr lang="en-US" sz="12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6557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call shows cache-read tokens</a:t>
            </a:r>
            <a:endParaRPr lang="en-US" sz="12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74904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 user-secrets, not committed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0" y="4828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Section 1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Macintosh PowerPoint</Application>
  <PresentationFormat>On-screen Show (16:9)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 — Official Anthropic C# SDK Fundamentals</dc:title>
  <dc:subject>PptxGenJS Presentation</dc:subject>
  <dc:creator>dotnetclaude.com</dc:creator>
  <cp:lastModifiedBy>Chris Woodruff</cp:lastModifiedBy>
  <cp:revision>3</cp:revision>
  <dcterms:created xsi:type="dcterms:W3CDTF">2026-06-26T15:50:51Z</dcterms:created>
  <dcterms:modified xsi:type="dcterms:W3CDTF">2026-07-08T19:01:43Z</dcterms:modified>
</cp:coreProperties>
</file>