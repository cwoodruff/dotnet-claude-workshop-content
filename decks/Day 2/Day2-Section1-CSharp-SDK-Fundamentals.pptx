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932688"/>
            <a:ext cx="457200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8308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Official Anthropic</a:t>
            </a:r>
            <a:endParaRPr lang="en-US" sz="4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C# SDK Fundamentals</a:t>
            </a:r>
            <a:endParaRPr lang="en-US" sz="4300" dirty="0"/>
          </a:p>
        </p:txBody>
      </p:sp>
      <p:sp>
        <p:nvSpPr>
          <p:cNvPr id="7" name="Shape 4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393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  ·  45 lecture / demo  +  45 lab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&amp; configure the official Anthropic package</a:t>
            </a:r>
            <a:endParaRPr lang="en-US" sz="155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AnthropicClient via DI (options pattern)</a:t>
            </a:r>
            <a:endParaRPr lang="en-US" sz="155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single- and multi-turn calls</a:t>
            </a:r>
            <a:endParaRPr lang="en-US" sz="155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 ClaudeService abstraction</a:t>
            </a:r>
            <a:endParaRPr lang="en-US" sz="155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history with IDistributedCache</a:t>
            </a:r>
            <a:endParaRPr lang="en-US" sz="155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prompt caching &amp; Polly retries</a:t>
            </a:r>
            <a:endParaRPr lang="en-US" sz="155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where IChatClient fits</a:t>
            </a:r>
            <a:endParaRPr lang="en-US" sz="1550" dirty="0"/>
          </a:p>
        </p:txBody>
      </p:sp>
      <p:sp>
        <p:nvSpPr>
          <p:cNvPr id="26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2/13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Seven objectives — install, wire, abstract, optimize, then look ahead to IChatClient.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RIGHT PACKAGE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.NET SDK landscape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73352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79222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41732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 v12.x</a:t>
            </a:r>
            <a:pPr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— official &amp; recommended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section uses throughout.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42032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Community options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77240" y="294436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Anthropic.SDK · Claudia — viable, not covered here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63440" y="2542032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F4DAD2"/>
          </a:solidFill>
          <a:ln/>
        </p:spPr>
      </p:sp>
      <p:sp>
        <p:nvSpPr>
          <p:cNvPr id="13" name="Shape 9"/>
          <p:cNvSpPr/>
          <p:nvPr/>
        </p:nvSpPr>
        <p:spPr>
          <a:xfrm>
            <a:off x="4864608" y="274320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86207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40680" y="25420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tryAGI.Anthropic v3.x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different lineage — don't confuse it.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3/13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Use the official v12.x; the old tryAGI v3.x is a separate, incompatible lineage.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setup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setup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add package Anthropic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user-secrets set \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"Anthropic:ApiKey"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"sk-ant-..."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.Configure&lt;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AnthropicOptions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&gt;(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config.GetSection(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"Anthropic"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2356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292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90488" y="14264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package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190488" y="17099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 add package Anthropic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922" y="24410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90488" y="22951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in user-secrets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190488" y="25786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in appsettings or git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23560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2922" y="3309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90488" y="31638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pattern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190488" y="34472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 the Anthropic config section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4/13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Bind options once; the key stays in user-secrets, never in the repo.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LIFETIME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AnthropicClient as a Singleton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1051560"/>
          </a:xfrm>
          <a:prstGeom prst="roundRect">
            <a:avLst>
              <a:gd name="adj" fmla="val 8696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719072"/>
            <a:ext cx="502920" cy="502920"/>
          </a:xfrm>
          <a:prstGeom prst="ellipse">
            <a:avLst/>
          </a:prstGeom>
          <a:solidFill>
            <a:srgbClr val="C25E4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" y="1849831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72768" y="141732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holds an HttpClient. </a:t>
            </a:r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Scoped or Transient → socket exhaustion under load.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841248" y="295351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AddSingleton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AnthropicClient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&gt;(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 =&gt; new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AnthropicClient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(opts.ApiKey));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8521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client,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reused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the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app's lifetime — pooled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connections, no leaks.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5/13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The single most common .NET HttpClient bug — Singleton avoids socket exhaustion.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CALL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Single-turn message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MessagesService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 = await client.Messages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.CreateAsync(new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MessageRequest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 =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"claude-sonnet-4-6"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MaxTokens =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 = [ userMessage 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res.Usage.InputTokens / OutputTokens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4360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45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73952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73952" y="16367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model id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943600" y="2093976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452" y="2193828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73952" y="20482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tokens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73952" y="2313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 the response length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0" y="277063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452" y="2870484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73952" y="2724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Messages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73952" y="29900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 so far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0" y="344728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452" y="3547140"/>
            <a:ext cx="184343" cy="18434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73952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6473952" y="366674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token counts back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6/13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Four required pieces; always read Usage so cost is visible from call one.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prompts &amp; multi-turn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417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 prompt is your assistant's </a:t>
            </a:r>
            <a:pPr indent="0" marL="0">
              <a:buNone/>
            </a:pPr>
            <a:r>
              <a:rPr lang="en-US" sz="19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“constructor.”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2587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15" y="2692359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5146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history → message list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39496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IClaudeService rebuilds the array each call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13639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49808" y="320954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3314151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313639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the new turn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394960" y="31363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latest user message, then send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75818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49808" y="383133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935943"/>
            <a:ext cx="193121" cy="19312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25880" y="37581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API, stateful service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5394960" y="37581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holds nothing between calls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7/13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The API is stateless — your service is what makes the conversation feel continuous.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OPTIMIZATION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caching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62763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758391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4173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CacheControlType.Ephemeral</a:t>
            </a:r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→  up to ~90% off cached input tokens.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2542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WHEN…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2852928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94944" y="2953512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42" y="3048610"/>
            <a:ext cx="175565" cy="17556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285292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Prefix ≥ ~2,048 tokens (Sonnet 4.6) / ~4,096 (Haiku 4.5, Opus) — below the minimum, caching silently won't fire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63440" y="2852928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809744" y="2953512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842" y="3048610"/>
            <a:ext cx="175565" cy="17556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40680" y="285292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across many requests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3529584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94944" y="363016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042" y="3725266"/>
            <a:ext cx="175565" cy="17556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25880" y="35295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 RAG context blocks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663440" y="3529584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809744" y="363016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4842" y="3725266"/>
            <a:ext cx="175565" cy="17556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440680" y="35295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Few-shot example sets</a:t>
            </a:r>
            <a:endParaRPr lang="en-US" sz="1300" dirty="0"/>
          </a:p>
        </p:txBody>
      </p:sp>
      <p:sp>
        <p:nvSpPr>
          <p:cNvPr id="26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8/13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Cache big, stable prefixes — system prompts, RAG context, few-shot blocks.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call → multi-turn → caching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5798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token counts change across calls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2814523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2491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first working single-turn call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it into a multi-turn conversation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5112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582619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930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caching: CacheCreation, then CacheRead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31920"/>
            <a:ext cx="8046720" cy="438912"/>
          </a:xfrm>
          <a:prstGeom prst="roundRect">
            <a:avLst>
              <a:gd name="adj" fmla="val 16667"/>
            </a:avLst>
          </a:prstGeom>
          <a:solidFill>
            <a:srgbClr val="F4DAD2"/>
          </a:solidFill>
          <a:ln/>
        </p:spPr>
      </p:sp>
      <p:sp>
        <p:nvSpPr>
          <p:cNvPr id="18" name="Text 12"/>
          <p:cNvSpPr/>
          <p:nvPr/>
        </p:nvSpPr>
        <p:spPr>
          <a:xfrm>
            <a:off x="777240" y="393192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call writes the cache, the second reads it — far cheaper.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9/13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Show the actual Usage numbers — CacheCreation on call one, CacheRead on call two.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handling with Polly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retry policy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.Handle&lt;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ApiException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&gt;(e =&gt;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e.Status is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529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.WaitAndRetryAsync(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retryCount: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exponential backoff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0" y="141732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80760" y="14173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limited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off and retry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852160" y="269748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269748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529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Overloaded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Transient — retry safely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10/13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Retry 429 and 529 with exponential backoff — both are transient by nature.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IT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chat endpoint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Program.cs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"/api/chat"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(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ChatRequest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req,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IClaudeService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svc) =&gt;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svc.ReplyAsync(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req.SessionId, req.Text));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52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9088" y="1426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/api/chat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19088" y="17099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minimal-API endpoint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5216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52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19088" y="22037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IClaudeService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19088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 stays thin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5216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52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19088" y="29809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Session-keyed history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19088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loads &amp; saves it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11/13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Keep the endpoint thin — all the logic lives in IClaudeService.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Microsoft.Extensions.AI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1005840"/>
          </a:xfrm>
          <a:prstGeom prst="roundRect">
            <a:avLst>
              <a:gd name="adj" fmla="val 10909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73736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" y="186811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72768" y="14630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IChatClient </a:t>
            </a:r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a provider-agnostic chat abstraction.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33856" y="26609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interface, many providers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5303520" y="2660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Swap Anthropic, OpenAI, Azure, local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66928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309762"/>
            <a:ext cx="201900" cy="201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33856" y="3163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middleware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5303520" y="31638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Logging, telemetry, function-calling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66928" y="37033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812682"/>
            <a:ext cx="201900" cy="2019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33856" y="36667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SDK still underneath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5303520" y="36667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directly when you need the detail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12/13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IChatClient gives portability; the raw SDK gives full control — know both.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402336"/>
            <a:ext cx="365760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/api/chat with multi-turn history + prompt caching,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2471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155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the SDK &amp; make a call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6362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54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multi-turn history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0253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8" name="Text 14"/>
          <p:cNvSpPr/>
          <p:nvPr/>
        </p:nvSpPr>
        <p:spPr>
          <a:xfrm>
            <a:off x="4069080" y="2002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1993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prompt caching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87168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97680" y="2615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898648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 returns a response</a:t>
            </a:r>
            <a:endParaRPr lang="en-US" sz="12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18211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36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persists across turns</a:t>
            </a:r>
            <a:endParaRPr lang="en-US" sz="12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call shows cache-read tokens</a:t>
            </a:r>
            <a:endParaRPr lang="en-US" sz="125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374904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in user-secrets, not committed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1  ·  13/13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Done = a committed /api/chat with history and a visible cache-read on call two.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 — Official Anthropic C# SDK Fundamentals</dc:title>
  <dc:subject>PptxGenJS Presentation</dc:subject>
  <dc:creator>dotnetclaude.com</dc:creator>
  <cp:lastModifiedBy>dotnetclaude.com</cp:lastModifiedBy>
  <cp:revision>1</cp:revision>
  <dcterms:created xsi:type="dcterms:W3CDTF">2026-06-26T15:50:51Z</dcterms:created>
  <dcterms:modified xsi:type="dcterms:W3CDTF">2026-06-26T15:50:51Z</dcterms:modified>
</cp:coreProperties>
</file>