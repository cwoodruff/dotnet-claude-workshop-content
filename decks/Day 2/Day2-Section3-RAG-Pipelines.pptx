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296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82880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Pipelines</a:t>
            </a:r>
            <a:endParaRPr lang="en-US" sz="5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.NET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658368" y="35204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6393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 min  ·  35 lecture / demo  +  40 lab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530340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17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RAG vs fine-tuning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9019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987540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874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chunking strategies in C#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3591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44474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3317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embeddings (OpenAI or local Ollama)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8163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901940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&amp; query vectors in Qdrant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2735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359140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 by cosine similarity &amp; augment prompts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816340"/>
            <a:ext cx="158008" cy="1580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515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 RAG answer quality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APPROACHES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vs fine-tuning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2606040"/>
          </a:xfrm>
          <a:prstGeom prst="roundRect">
            <a:avLst>
              <a:gd name="adj" fmla="val 3509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82239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6733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822960" y="22860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 answers in your data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22960" y="265176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 relevant context at query time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retraining — update data anytime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facts that change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663440" y="1417320"/>
            <a:ext cx="3931920" cy="2606040"/>
          </a:xfrm>
          <a:prstGeom prst="roundRect">
            <a:avLst>
              <a:gd name="adj" fmla="val 3509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937760" y="1691640"/>
            <a:ext cx="502920" cy="50292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8519" y="1822399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77840" y="16733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4937760" y="22860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new behavior or style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937760" y="265176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Bakes patterns into the weights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Costly to retrain &amp; maintain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tone, format, skills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grounds answers in your data — without retraining.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RAG pipeline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38912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49808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368296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93192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481328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636776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1947672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6544" y="2368296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91056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Chunk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2679192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2834640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3145536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4408" y="2368296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788920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3877056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4032504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343400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2368296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86784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074920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230368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5541264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0136" y="2368296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184648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6272784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6428232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6739128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2368296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382512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Augment</a:t>
            </a:r>
            <a:endParaRPr lang="en-US" sz="1200" dirty="0"/>
          </a:p>
        </p:txBody>
      </p:sp>
      <p:sp>
        <p:nvSpPr>
          <p:cNvPr id="34" name="Text 25"/>
          <p:cNvSpPr/>
          <p:nvPr/>
        </p:nvSpPr>
        <p:spPr>
          <a:xfrm>
            <a:off x="7470648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626096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7"/>
          <p:cNvSpPr/>
          <p:nvPr/>
        </p:nvSpPr>
        <p:spPr>
          <a:xfrm>
            <a:off x="7936992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5864" y="2368296"/>
            <a:ext cx="219456" cy="219456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580376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548640" y="37033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0"/>
          <p:cNvSpPr/>
          <p:nvPr/>
        </p:nvSpPr>
        <p:spPr>
          <a:xfrm>
            <a:off x="777240" y="3703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 → store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happens offline; </a:t>
            </a:r>
            <a:r>
              <a:rPr lang="en-US" sz="135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 → generate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per query.</a:t>
            </a:r>
            <a:endParaRPr lang="en-US" sz="1350" dirty="0"/>
          </a:p>
        </p:txBody>
      </p:sp>
      <p:sp>
        <p:nvSpPr>
          <p:cNvPr id="41" name="Text 31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42" name="Text 32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quality is determined by
</a:t>
            </a:r>
            <a:r>
              <a:rPr lang="en-US" sz="3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chunking</a:t>
            </a: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the LLM.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Garbage chunks in, garbage answers out — no model can fix bad retrieval.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QUALITY IS WON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Chunking strategies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50876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90472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3118" y="1925726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708660" y="283464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 enough for meaning,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enough to stay relevant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314700" y="150876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297680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326" y="192572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1470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Overlap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3515868" y="283464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context across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boundaries so nothing is lost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121908" y="150876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04888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7534" y="1925726"/>
            <a:ext cx="263347" cy="26334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21908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Semantic boundaries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6323076" y="283464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Split on sections &amp; ideas,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arbitrary character counts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Tune these three before you ever touch the model.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EmbeddingService interface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abstraction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480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</a:t>
            </a: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IEmbeddingService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Task&lt;float[]&gt; </a:t>
            </a: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EmbedAsync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string text);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default impl → OpenAI API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0644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80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73368" y="14264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interface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373368" y="17099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Hide the provider behind it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0644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580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73368" y="22037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Default: OpenAI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373368" y="24871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embedding API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80644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80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73368" y="29809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float[] vectors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373368" y="32644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store &amp; compare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FREE-FIRST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 in local Ollama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77667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417320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nomic-embed-text</a:t>
            </a: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behind the same IEmbeddingService — local &amp; free.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749808" y="267919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2783799"/>
            <a:ext cx="193121" cy="19312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768 dimensions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475488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nomic-embed-text vector size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" y="3227832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749808" y="330098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415" y="3405591"/>
            <a:ext cx="193121" cy="19312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227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Qdrant's size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475488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collection vector size = 768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48640" y="3849624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749808" y="392277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415" y="4027383"/>
            <a:ext cx="193121" cy="19312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384962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interface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754880" y="384962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pipeline changes downstream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 STORE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Qdrant in Docker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120640" cy="2788920"/>
          </a:xfrm>
          <a:prstGeom prst="roundRect">
            <a:avLst>
              <a:gd name="adj" fmla="val 262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 + use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572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-p 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6333:6333 -p 6334:6334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qdrant/qdrant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create collection (size 768)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upsert vectors + payload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query top-K by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client.QueryAsync(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collection, vector, limit: 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97880" y="141732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2487" y="152192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46520" y="1371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container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465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Ports 6333 (REST) + 6334 (gRPC)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897880" y="207568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487" y="2180295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46520" y="2029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collection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4652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 size + Cosine metric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897880" y="273405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2487" y="2838663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46520" y="268833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top-K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46520" y="2962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Nearest chunks by similarity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5897880" y="34564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Docker? An in-memory store is the fallback.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Retrieval &amp; augmentation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5087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513332" y="1746504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091" y="1877263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3500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Top-K chunks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07492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Nearest by cosine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022092" y="20116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314700" y="15087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320540" y="1746504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1299" y="1877263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3500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Augmented prompt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314700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+ question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829300" y="20116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6121908" y="15087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127748" y="1746504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8507" y="1877263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3500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answer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6121908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 from your data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48640" y="338328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777240" y="352958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3648456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17320" y="338328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the static context portion — </a:t>
            </a: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ties back to Section 1 prompt caching.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Ingestion → grounded recommendation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204825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vs ungrounded — the difference is obvious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65176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2723083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63347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ingestion + embedding over the catalog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03580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0713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01752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/api/recommend — grounded in real data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1985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491179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0156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against an ungrounded answer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ungrounded reply invents books; the grounded one cites real ones.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3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/api/recommend with grounded responses,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2471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155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Ingest, chunk &amp; embed the data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56362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554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&amp; query vectors in Qdrant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02536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02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19933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Augment &amp; return grounded answers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487168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6151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898648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Qdrant collection, vector size matches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18211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363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ingested, chunked &amp; embedded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Recommendations are grounded</a:t>
            </a:r>
            <a:endParaRPr lang="en-US" sz="12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749040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vs ungrounded compared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675</Words>
  <Application>Microsoft Macintosh PowerPoint</Application>
  <PresentationFormat>On-screen Show (16:9)</PresentationFormat>
  <Paragraphs>154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3 — RAG Pipelines in .NET</dc:title>
  <dc:subject>PptxGenJS Presentation</dc:subject>
  <dc:creator>dotnetclaude.com</dc:creator>
  <cp:lastModifiedBy>Chris Woodruff</cp:lastModifiedBy>
  <cp:revision>2</cp:revision>
  <dcterms:created xsi:type="dcterms:W3CDTF">2026-06-26T16:02:01Z</dcterms:created>
  <dcterms:modified xsi:type="dcterms:W3CDTF">2026-07-06T11:31:44Z</dcterms:modified>
</cp:coreProperties>
</file>