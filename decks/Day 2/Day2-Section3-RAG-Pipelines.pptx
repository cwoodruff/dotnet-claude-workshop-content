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64008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6304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296" y="9144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" y="18288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Pipelines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.NET</a:t>
            </a:r>
            <a:endParaRPr lang="en-US" sz="5000" dirty="0"/>
          </a:p>
        </p:txBody>
      </p:sp>
      <p:sp>
        <p:nvSpPr>
          <p:cNvPr id="7" name="Shape 4"/>
          <p:cNvSpPr/>
          <p:nvPr/>
        </p:nvSpPr>
        <p:spPr>
          <a:xfrm>
            <a:off x="658368" y="3520440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walk away able to do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447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1530340"/>
            <a:ext cx="158008" cy="1580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417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RAG vs fine-tuning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19019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1987540"/>
            <a:ext cx="158008" cy="1580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1874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chunking strategies in C#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66928" y="23591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2444740"/>
            <a:ext cx="158008" cy="1580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3317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embeddings (OpenAI or local Ollama)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66928" y="28163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2901940"/>
            <a:ext cx="158008" cy="1580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2788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&amp; query vectors in Qdrant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66928" y="32735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359140"/>
            <a:ext cx="158008" cy="1580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2461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by cosine similarity &amp; augment prompts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66928" y="37307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16340"/>
            <a:ext cx="158008" cy="1580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5156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RAG answer quality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APPROACHES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vs fine-tuning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4E4DC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182239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673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22960" y="2286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 answers in your data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26517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relevant context at query time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retraining — update data anytime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facts that change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663440" y="141732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937760" y="1691640"/>
            <a:ext cx="502920" cy="502920"/>
          </a:xfrm>
          <a:prstGeom prst="ellipse">
            <a:avLst/>
          </a:prstGeom>
          <a:solidFill>
            <a:srgbClr val="615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519" y="182239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1673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937760" y="2286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new behavior or style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937760" y="26517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Bakes patterns into the weights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Costly to retrain &amp; maintain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tone, format, skills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grounds answers in your data — without retraining.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RAG pipeline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8912" y="2011680"/>
            <a:ext cx="1078992" cy="1371600"/>
          </a:xfrm>
          <a:prstGeom prst="roundRect">
            <a:avLst>
              <a:gd name="adj" fmla="val 8475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9808" y="2249424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68296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192" y="285292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481328" y="233172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636776" y="2011680"/>
            <a:ext cx="1078992" cy="1371600"/>
          </a:xfrm>
          <a:prstGeom prst="roundRect">
            <a:avLst>
              <a:gd name="adj" fmla="val 8475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947672" y="2249424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44" y="236829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91056" y="285292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679192" y="233172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2834640" y="2011680"/>
            <a:ext cx="1078992" cy="1371600"/>
          </a:xfrm>
          <a:prstGeom prst="roundRect">
            <a:avLst>
              <a:gd name="adj" fmla="val 8475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3145536" y="2249424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236829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88920" y="285292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877056" y="233172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4032504" y="2011680"/>
            <a:ext cx="1078992" cy="1371600"/>
          </a:xfrm>
          <a:prstGeom prst="roundRect">
            <a:avLst>
              <a:gd name="adj" fmla="val 8475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343400" y="2249424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236829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86784" y="285292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074920" y="233172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5230368" y="2011680"/>
            <a:ext cx="1078992" cy="1371600"/>
          </a:xfrm>
          <a:prstGeom prst="roundRect">
            <a:avLst>
              <a:gd name="adj" fmla="val 8475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541264" y="2249424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136" y="2368296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84648" y="285292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272784" y="233172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Shape 22"/>
          <p:cNvSpPr/>
          <p:nvPr/>
        </p:nvSpPr>
        <p:spPr>
          <a:xfrm>
            <a:off x="6428232" y="2011680"/>
            <a:ext cx="1078992" cy="1371600"/>
          </a:xfrm>
          <a:prstGeom prst="roundRect">
            <a:avLst>
              <a:gd name="adj" fmla="val 8475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6739128" y="2249424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2368296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382512" y="285292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7470648" y="233172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7626096" y="2011680"/>
            <a:ext cx="1078992" cy="1371600"/>
          </a:xfrm>
          <a:prstGeom prst="roundRect">
            <a:avLst>
              <a:gd name="adj" fmla="val 8475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7"/>
          <p:cNvSpPr/>
          <p:nvPr/>
        </p:nvSpPr>
        <p:spPr>
          <a:xfrm>
            <a:off x="7936992" y="2249424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5864" y="2368296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580376" y="285292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548640" y="37033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/>
          <p:nvPr/>
        </p:nvSpPr>
        <p:spPr>
          <a:xfrm>
            <a:off x="777240" y="3703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→ store </a:t>
            </a: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happens offline; </a:t>
            </a:r>
            <a:r>
              <a:rPr lang="en-US" sz="135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→ generate </a:t>
            </a: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per query.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3504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quality is determined by
</a:t>
            </a:r>
            <a:r>
              <a:rPr lang="en-US" sz="3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</a:t>
            </a: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the LLM.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Garbage chunks in, garbage answers out — no model can fix bad retrieval.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QUALITY IS WON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 strategies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5087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90472" y="178308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18" y="192572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08660" y="283464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enough for meaning,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enough to stay relevant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314700" y="15087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297680" y="178308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192572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14700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3515868" y="283464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context across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boundaries so nothing is lost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121908" y="15087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104888" y="178308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534" y="192572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21908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boundaries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323076" y="283464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on sections &amp; ideas,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arbitrary character counts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 these three before you ever touch the model.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EmbeddingService interface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abstraction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5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</a:t>
            </a:r>
            <a:r>
              <a:rPr lang="en-US" sz="130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IEmbeddingService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Task&lt;float[]&gt; </a:t>
            </a:r>
            <a:r>
              <a:rPr lang="en-US" sz="130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EmbedAsync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string text);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impl → OpenAI API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06440" y="14630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802" y="157240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73368" y="1426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interface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73368" y="17099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 the provider behind it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806440" y="224028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802" y="234964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73368" y="22037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Default: OpenAI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73368" y="24871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embedding API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806440" y="30175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802" y="312688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73368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float[] vectors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73368" y="326440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store &amp; compare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FREE-FIRST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in local Ollama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177667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417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nomic-embed-text</a:t>
            </a: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behind the same IEmbeddingService — local &amp; free.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49808" y="2679192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2783799"/>
            <a:ext cx="193121" cy="1931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768 dimensions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75488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nomic-embed-text vector size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227832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749808" y="3300984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15" y="3405591"/>
            <a:ext cx="193121" cy="1931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2278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Qdrant's size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754880" y="3227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collection vector size = 768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3849624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749808" y="3922776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" y="4027383"/>
            <a:ext cx="193121" cy="1931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38496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interface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754880" y="38496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pipeline changes downstream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Qdrant in Docker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120640" cy="2788920"/>
          </a:xfrm>
          <a:prstGeom prst="roundRect">
            <a:avLst>
              <a:gd name="adj" fmla="val 262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 + use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</a:t>
            </a: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6333:6333 -p 6334:6334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qdrant/qdrant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create collection (size 768)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upsert vectors + payload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query top-K by </a:t>
            </a: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client.QueryAsync(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collection, vector, limit: </a:t>
            </a: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897880" y="1417320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487" y="1521927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container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465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Ports 6333 (REST) + 6334 (gRPC)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897880" y="2075688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487" y="2180295"/>
            <a:ext cx="193121" cy="1931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0299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collection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4652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size + Cosine metric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897880" y="2734056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487" y="2838663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26883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top-K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46520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Nearest chunks by similarity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897880" y="34564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Docker? An in-memory store is the fallback.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&amp; augmentation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5087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513332" y="1746504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091" y="1877263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" y="2350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Top-K chunks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7492" y="2670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Nearest by cosine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022092" y="20116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314700" y="15087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20540" y="1746504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299" y="1877263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4700" y="2350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Augmented prompt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314700" y="2670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+ question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829300" y="20116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121908" y="15087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127748" y="1746504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8507" y="1877263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1908" y="2350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answer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121908" y="2670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 from your data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338328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77240" y="3529584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648456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33832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the static context portion — </a:t>
            </a:r>
            <a:r>
              <a:rPr 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ties back to Section 1 prompt caching.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04672" y="10149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1560" y="822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 → grounded recommendation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0482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vs ungrounded — the difference is obvious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265176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2723083"/>
            <a:ext cx="131674" cy="1316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63347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ingestion + embedding over the catalog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66928" y="303580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107131"/>
            <a:ext cx="131674" cy="131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01752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/api/recommend — grounded in real data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66928" y="341985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491179"/>
            <a:ext cx="131674" cy="1316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40156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against an ungrounded answer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3913632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4D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77240" y="39136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 it:  </a:t>
            </a: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ungrounded reply invents books; the grounded one cites real ones.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154680" cy="342900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33856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755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3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868680" y="23408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min  ·  hands-on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86968" y="2724912"/>
            <a:ext cx="1691640" cy="0"/>
          </a:xfrm>
          <a:prstGeom prst="line">
            <a:avLst/>
          </a:prstGeom>
          <a:noFill/>
          <a:ln w="19050">
            <a:solidFill>
              <a:srgbClr val="F2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2852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30906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/api/recommend with grounded responses, committed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06908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PARTS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124712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069080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11155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Ingest, chunk &amp; embed the data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069080" y="156362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069080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1554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&amp; query vectors in Qdrant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069080" y="2002536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069080" y="2002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19933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 &amp; return grounded answers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4069080" y="2487168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297680" y="26151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898648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7200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 collection, vector size matches</a:t>
            </a:r>
            <a:endParaRPr lang="en-US" sz="12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182112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0" y="3136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ingested, chunked &amp; embedded</a:t>
            </a:r>
            <a:endParaRPr lang="en-US" sz="12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465576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are grounded</a:t>
            </a:r>
            <a:endParaRPr lang="en-US" sz="12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74904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0" y="3703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vs ungrounded compared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3  ·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Macintosh PowerPoint</Application>
  <PresentationFormat>On-screen Show (16:9)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3 — RAG Pipelines in .NET</dc:title>
  <dc:subject>PptxGenJS Presentation</dc:subject>
  <dc:creator>dotnetclaude.com</dc:creator>
  <cp:lastModifiedBy>Chris Woodruff</cp:lastModifiedBy>
  <cp:revision>3</cp:revision>
  <dcterms:created xsi:type="dcterms:W3CDTF">2026-06-26T16:02:01Z</dcterms:created>
  <dcterms:modified xsi:type="dcterms:W3CDTF">2026-07-08T19:02:07Z</dcterms:modified>
</cp:coreProperties>
</file>