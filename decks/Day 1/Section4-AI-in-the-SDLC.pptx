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Inter"/>
          <a:ea typeface="Inter"/>
          <a:cs typeface="Inter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960120" cy="9601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914400"/>
            <a:ext cx="45720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DAY 1 CLOSE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the SDLC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658368" y="3063240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min  ·  30 lecture / demo  +  60 lab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4462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  ·  .NET AI with Claude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PAYS 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activities Claude Code accelerates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6616" y="1600200"/>
            <a:ext cx="1591056" cy="2194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56232"/>
            <a:ext cx="566928" cy="56692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2003633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336" y="25603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66344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under real constraints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066544" y="1600200"/>
            <a:ext cx="1591056" cy="2194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78608" y="1856232"/>
            <a:ext cx="566928" cy="56692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09" y="2003633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12264" y="25603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176272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features from a spec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776472" y="1600200"/>
            <a:ext cx="1591056" cy="2194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88536" y="1856232"/>
            <a:ext cx="566928" cy="56692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37" y="2003633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22192" y="25603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388620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at scale, safely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0" y="1600200"/>
            <a:ext cx="1591056" cy="2194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98464" y="1856232"/>
            <a:ext cx="566928" cy="56692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865" y="2003633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25603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596128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tests from the spec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196328" y="1600200"/>
            <a:ext cx="1591056" cy="2194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708392" y="1856232"/>
            <a:ext cx="566928" cy="56692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793" y="2003633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42048" y="25603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7306056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root cause, not the symptom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2/14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These five frame the section — each gets its own demo or lab moment.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SPECIFICATION-FIRST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 beats a vague prompt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2587752" cy="868680"/>
          </a:xfrm>
          <a:prstGeom prst="roundRect">
            <a:avLst>
              <a:gd name="adj" fmla="val 10526"/>
            </a:avLst>
          </a:prstGeom>
          <a:solidFill>
            <a:srgbClr val="F4E4D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left to guess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27832" y="1371600"/>
            <a:ext cx="2587752" cy="868680"/>
          </a:xfrm>
          <a:prstGeom prst="roundRect">
            <a:avLst>
              <a:gd name="adj" fmla="val 10526"/>
            </a:avLst>
          </a:prstGeom>
          <a:solidFill>
            <a:srgbClr val="F4E4DC"/>
          </a:solidFill>
          <a:ln/>
        </p:spPr>
      </p:sp>
      <p:sp>
        <p:nvSpPr>
          <p:cNvPr id="9" name="Text 6"/>
          <p:cNvSpPr/>
          <p:nvPr/>
        </p:nvSpPr>
        <p:spPr>
          <a:xfrm>
            <a:off x="3456432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5643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results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07024" y="1371600"/>
            <a:ext cx="2587752" cy="868680"/>
          </a:xfrm>
          <a:prstGeom prst="roundRect">
            <a:avLst>
              <a:gd name="adj" fmla="val 10526"/>
            </a:avLst>
          </a:prstGeom>
          <a:solidFill>
            <a:srgbClr val="F4E4DC"/>
          </a:solidFill>
          <a:ln/>
        </p:spPr>
      </p:sp>
      <p:sp>
        <p:nvSpPr>
          <p:cNvPr id="12" name="Text 9"/>
          <p:cNvSpPr/>
          <p:nvPr/>
        </p:nvSpPr>
        <p:spPr>
          <a:xfrm>
            <a:off x="6135624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review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35624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to intent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6-SECTION SPEC TEMPLATE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8346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Context &amp; scope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27832" y="2834640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10712" y="28346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API contract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07024" y="2834640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9904" y="28346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Data model &amp; persistence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401568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4015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Business rules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27832" y="3401568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0712" y="34015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Tests required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07024" y="3401568"/>
            <a:ext cx="258775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9904" y="340156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 Prohibitions &amp; acceptance criteria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3/14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 short spec front-loads the thinking and makes the review almost mechanical.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TIE-IN TO 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the process, don't describe it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70" y="173699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630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spec / review process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34840" y="14630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 skill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720840" y="14630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Claude loads on demand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322576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248716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2596530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32257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Failure-mode checks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434840" y="23225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 code-review skill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720840" y="232257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/code-review checklist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182112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334670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3456066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18211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test gate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434840" y="31821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 PostToolUse hook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720840" y="318211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automatically after edits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0782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CLAUDE.md “don't” list — encode rules as skills and hooks.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4/14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Quality lives in skills and hooks — prohibitions in CLAUDE.md don't hold.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 AT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Controlled, not all-at-once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048256" y="19202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12848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12848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58568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675888" y="19202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0480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0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86200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303520" y="19202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68112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68112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13832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931152" y="19202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095744" y="1737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4E4DC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95744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41464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48640" y="30632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4E4DC"/>
          </a:solidFill>
          <a:ln/>
        </p:spPr>
      </p:sp>
      <p:sp>
        <p:nvSpPr>
          <p:cNvPr id="25" name="Shape 22"/>
          <p:cNvSpPr/>
          <p:nvPr/>
        </p:nvSpPr>
        <p:spPr>
          <a:xfrm>
            <a:off x="822960" y="331012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429000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63040" y="30632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every N changes for approval.</a:t>
            </a:r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Small batches keep diffs reviewable and reversible.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5/14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Batching with approval gates is what makes large refactors safe to run.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xUnit from the spec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733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02" y="17827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from “tests required”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029200" y="15087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 of the spec becomes the test list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2660538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865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existing patterns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029200" y="238658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the project's xUnit conventions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6440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Offload the mechanical work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029200" y="326440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generation to the Haiku test-writer subagent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6/14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Tests come from the spec, not from guesswork — and Haiku does the typing.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cause, not symptom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554480"/>
            <a:ext cx="1938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70432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78" y="192572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" y="2423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failure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66928" y="2761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or stack trace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395728" y="21031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60320" y="1554480"/>
            <a:ext cx="1938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55264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910" y="19257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423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source &amp; tests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651760" y="2761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before guessing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480560" y="21031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45152" y="1554480"/>
            <a:ext cx="1938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340096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742" y="192572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90872" y="2423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root cause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736592" y="2761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surface symptom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565392" y="21031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729984" y="1554480"/>
            <a:ext cx="1938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24928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574" y="192572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75704" y="2423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&amp; re-run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821424" y="2761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it actually passes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34747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E4DC"/>
          </a:solidFill>
          <a:ln/>
        </p:spPr>
      </p:sp>
      <p:sp>
        <p:nvSpPr>
          <p:cNvPr id="29" name="Text 22"/>
          <p:cNvSpPr/>
          <p:nvPr/>
        </p:nvSpPr>
        <p:spPr>
          <a:xfrm>
            <a:off x="7772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the source, </a:t>
            </a:r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test.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4663440" y="34747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4E4DC"/>
          </a:solidFill>
          <a:ln/>
        </p:spPr>
      </p:sp>
      <p:sp>
        <p:nvSpPr>
          <p:cNvPr id="31" name="Text 24"/>
          <p:cNvSpPr/>
          <p:nvPr/>
        </p:nvSpPr>
        <p:spPr>
          <a:xfrm>
            <a:off x="48920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Reproduce </a:t>
            </a:r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fix.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7/14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Grounding again — read the code first, reproduce, then fix the real cause.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TIE-IN TO 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that starts before you ask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4E4DC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2032711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5544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PostToolUse build / test hook </a:t>
            </a:r>
            <a:pPr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failures into context automatically.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75488" y="2971800"/>
            <a:ext cx="193852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76656" y="32644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8" y="3373770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71800"/>
            <a:ext cx="116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edit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2395728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2560320" y="2971800"/>
            <a:ext cx="193852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761488" y="32644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850" y="3373770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73552" y="2971800"/>
            <a:ext cx="116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runs build/test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480560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645152" y="2971800"/>
            <a:ext cx="193852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46320" y="32644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682" y="3373770"/>
            <a:ext cx="201900" cy="201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58384" y="2971800"/>
            <a:ext cx="116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enters context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565392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729984" y="2971800"/>
            <a:ext cx="193852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931152" y="326440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514" y="3373770"/>
            <a:ext cx="201900" cy="2019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43216" y="2971800"/>
            <a:ext cx="116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starts fixing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8/14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 hook closes the loop: failures arrive on their own, fixes begin immediately.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AI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failure modes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527048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75" y="1617391"/>
            <a:ext cx="166787" cy="166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173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Leaking EF entities across the API boundary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663440" y="141732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28032" y="1527048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75" y="1617391"/>
            <a:ext cx="166787" cy="1667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0680" y="14173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Sync-over-async + missing CancellationToken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209397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13232" y="2203704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75" y="2294047"/>
            <a:ext cx="166787" cy="1667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20939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input validation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663440" y="209397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828032" y="2203704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375" y="2294047"/>
            <a:ext cx="166787" cy="1667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20939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String-concatenated SQL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48640" y="277063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13232" y="2880360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75" y="2970703"/>
            <a:ext cx="166787" cy="16678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27706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Swallowed exceptions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4663440" y="277063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828032" y="2880360"/>
            <a:ext cx="347472" cy="347472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375" y="2970703"/>
            <a:ext cx="166787" cy="16678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40680" y="27706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Hallucinated or outdated APIs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548640" y="36118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4E4DC"/>
          </a:solidFill>
          <a:ln/>
        </p:spPr>
      </p:sp>
      <p:sp>
        <p:nvSpPr>
          <p:cNvPr id="30" name="Text 21"/>
          <p:cNvSpPr/>
          <p:nvPr/>
        </p:nvSpPr>
        <p:spPr>
          <a:xfrm>
            <a:off x="777240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them as </a:t>
            </a:r>
            <a:pPr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/code-review checks </a:t>
            </a:r>
            <a:pPr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deterministic hooks — never a prose “don't”.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9/14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These six are predictable — so make them mechanical review and hook checks.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ADRS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with trade-offs, not guesses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733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02" y="17827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 under real constraints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943600" y="1508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· team size · hosting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2660538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8658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options with effort estimates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943600" y="238658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a clear recommendation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6440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it as a MADR-format ADR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943600" y="326440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· decision · consequences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10/14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Make Claude argue trade-offs and record the decision — not just pick one.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from spec + live debugging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it, break it, then diagnose from a stack trace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71576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" y="2787091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69748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full feature from a written spec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09981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71139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08152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a bug, then read the stack trace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48386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" y="3555187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655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Reproduce → find root cause → fix → verify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50208"/>
            <a:ext cx="8046720" cy="438912"/>
          </a:xfrm>
          <a:prstGeom prst="roundRect">
            <a:avLst>
              <a:gd name="adj" fmla="val 16667"/>
            </a:avLst>
          </a:prstGeom>
          <a:solidFill>
            <a:srgbClr val="F6E0DC"/>
          </a:solidFill>
          <a:ln/>
        </p:spPr>
      </p:sp>
      <p:sp>
        <p:nvSpPr>
          <p:cNvPr id="18" name="Text 12"/>
          <p:cNvSpPr/>
          <p:nvPr/>
        </p:nvSpPr>
        <p:spPr>
          <a:xfrm>
            <a:off x="777240" y="39502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it fail for real  </a:t>
            </a:r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recovery is the lesson, not a clean run.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11/14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Resist fixing too fast — narrate the reasoning from trace to root cause.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38328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4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22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 ·  60 min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06624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2834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7238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Reading Progress feature — spec'd, built, tested &amp; debugged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521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2" name="Text 8"/>
          <p:cNvSpPr/>
          <p:nvPr/>
        </p:nvSpPr>
        <p:spPr>
          <a:xfrm>
            <a:off x="406908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spec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6093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600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from the spec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665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</p:sp>
      <p:sp>
        <p:nvSpPr>
          <p:cNvPr id="18" name="Text 14"/>
          <p:cNvSpPr/>
          <p:nvPr/>
        </p:nvSpPr>
        <p:spPr>
          <a:xfrm>
            <a:off x="406908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057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tests &amp; debug failures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569464"/>
            <a:ext cx="45720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9768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96265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6-section spec committed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2783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implemented from spec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49300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xUnit tests pass</a:t>
            </a:r>
            <a:endParaRPr lang="en-US" sz="12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758184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bug found &amp; fixed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12/14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The capstone exercises the whole day — spec to debugged, working feature.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STICK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morning — your action plan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84" y="1681764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508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your real project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61872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sandbox — real work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14173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28032" y="158191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884" y="1681764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1508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claude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376672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prompt below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224028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3232" y="240487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84" y="2504724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23317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“Overview + 3 improvements”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61872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Codebase tour, then impact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224028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28032" y="240487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884" y="2504724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6672" y="23317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CLAUDE.md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376672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with /init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30632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13232" y="322783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" y="3327684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61872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one rule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261872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scoped standard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663440" y="30632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828032" y="322783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7884" y="3327684"/>
            <a:ext cx="184343" cy="184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76672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one guardrail hook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5376672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PostToolUse check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13/14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Six small moves before lunch tomorrow — that's how the habit takes hold.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4747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Anthropic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SDK &amp; API track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driving the agent to building on the models directly — in .NET.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33302A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490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separate Anthropic API key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 ·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4 — AI in the SDLC</dc:title>
  <dc:subject>PptxGenJS Presentation</dc:subject>
  <dc:creator>dotnetclaude.com</dc:creator>
  <cp:lastModifiedBy>dotnetclaude.com</cp:lastModifiedBy>
  <cp:revision>1</cp:revision>
  <dcterms:created xsi:type="dcterms:W3CDTF">2026-06-26T15:20:29Z</dcterms:created>
  <dcterms:modified xsi:type="dcterms:W3CDTF">2026-06-26T15:20:29Z</dcterms:modified>
</cp:coreProperties>
</file>