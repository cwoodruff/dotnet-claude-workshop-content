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3014"/>
  </p:normalViewPr>
  <p:slideViewPr>
    <p:cSldViewPr snapToGrid="0" snapToObjects="1">
      <p:cViewPr varScale="1">
        <p:scale>
          <a:sx n="139" d="100"/>
          <a:sy n="139" d="100"/>
        </p:scale>
        <p:origin x="13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1584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Georgia"/>
          <a:ea typeface="Georgia"/>
          <a:cs typeface="Georgi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Inter"/>
          <a:ea typeface="Inter"/>
          <a:cs typeface="Inter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Inter"/>
          <a:ea typeface="Inter"/>
          <a:cs typeface="Inter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Inter"/>
          <a:ea typeface="Inter"/>
          <a:cs typeface="Inter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Inter"/>
          <a:ea typeface="Inter"/>
          <a:cs typeface="Inter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Inter"/>
          <a:ea typeface="Inter"/>
          <a:cs typeface="Inter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640080"/>
            <a:ext cx="960120" cy="9601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83880" y="141732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1584" y="905256"/>
            <a:ext cx="402336" cy="402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03504" y="182880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 Integration +</a:t>
            </a:r>
            <a:endParaRPr lang="en-US" sz="48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Ecosystem</a:t>
            </a:r>
            <a:endParaRPr lang="en-US" sz="4800" dirty="0"/>
          </a:p>
        </p:txBody>
      </p:sp>
      <p:sp>
        <p:nvSpPr>
          <p:cNvPr id="7" name="Shape 4"/>
          <p:cNvSpPr/>
          <p:nvPr/>
        </p:nvSpPr>
        <p:spPr>
          <a:xfrm>
            <a:off x="658368" y="3493008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446227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  ·  .NET AI with Claude Workshop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walk away able to do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1470721"/>
            <a:ext cx="149230" cy="14923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24128" y="137160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Operate across terminal / VS Code / JetBrains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66928" y="180136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1882201"/>
            <a:ext cx="149230" cy="14923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24128" y="178308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full IDE integration — diffs, context, permissions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566928" y="221284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2293681"/>
            <a:ext cx="149230" cy="14923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24128" y="219456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the JetBrains plugin in Rider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566928" y="262432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2705161"/>
            <a:ext cx="149230" cy="14923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24128" y="260604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sessions across surfaces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566928" y="303580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3116641"/>
            <a:ext cx="149230" cy="14923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024128" y="301752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 MCP — hosts, clients, servers, primitives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566928" y="344728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3528121"/>
            <a:ext cx="149230" cy="149230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024128" y="342900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GitHub MCP server</a:t>
            </a:r>
            <a:endParaRPr lang="en-US" sz="1600" dirty="0"/>
          </a:p>
        </p:txBody>
      </p:sp>
      <p:sp>
        <p:nvSpPr>
          <p:cNvPr id="23" name="Shape 14"/>
          <p:cNvSpPr/>
          <p:nvPr/>
        </p:nvSpPr>
        <p:spPr>
          <a:xfrm>
            <a:off x="566928" y="385876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3939601"/>
            <a:ext cx="149230" cy="14923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024128" y="384048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Grasp the 10,000+ server ecosystem</a:t>
            </a:r>
            <a:endParaRPr lang="en-US" sz="1600" dirty="0"/>
          </a:p>
        </p:txBody>
      </p:sp>
      <p:sp>
        <p:nvSpPr>
          <p:cNvPr id="26" name="Text 16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7" name="Text 17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2/12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agent, three surfaces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46304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00100" y="1810512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1929384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21892" y="1463040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Terminal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3314700" y="146304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3607308" y="1810512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1929384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229100" y="1463040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Code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6121908" y="146304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414516" y="1810512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3388" y="1929384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036308" y="1463040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JetBrains</a:t>
            </a:r>
            <a:endParaRPr lang="en-US" sz="1700" dirty="0"/>
          </a:p>
        </p:txBody>
      </p:sp>
      <p:sp>
        <p:nvSpPr>
          <p:cNvPr id="17" name="Shape 11"/>
          <p:cNvSpPr/>
          <p:nvPr/>
        </p:nvSpPr>
        <p:spPr>
          <a:xfrm>
            <a:off x="548640" y="2834640"/>
            <a:ext cx="3931920" cy="1280160"/>
          </a:xfrm>
          <a:prstGeom prst="roundRect">
            <a:avLst>
              <a:gd name="adj" fmla="val 7143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2"/>
          <p:cNvSpPr/>
          <p:nvPr/>
        </p:nvSpPr>
        <p:spPr>
          <a:xfrm>
            <a:off x="822960" y="30358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CHANGES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822960" y="33375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the diff &amp; permission UI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4663440" y="2834640"/>
            <a:ext cx="39319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5"/>
          <p:cNvSpPr/>
          <p:nvPr/>
        </p:nvSpPr>
        <p:spPr>
          <a:xfrm>
            <a:off x="4937760" y="30358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TRAVELS WITH THE REPO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4937760" y="33375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+ your .claude/ — CLAUDE.md, rules, skills, hooks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3/12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 &amp; integrate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4160520" cy="960120"/>
          </a:xfrm>
          <a:prstGeom prst="roundRect">
            <a:avLst>
              <a:gd name="adj" fmla="val 7619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60020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 --install-extension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anthropic.claude-code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66928" y="269748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90" y="2806842"/>
            <a:ext cx="201900" cy="2019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33856" y="266090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Inline diff review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133856" y="2944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Approve, reject, or modify each change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66928" y="32918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290" y="340120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33856" y="325526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“Add to Claude Code context”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133856" y="3538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selection straight to the agent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66928" y="38862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290" y="3995562"/>
            <a:ext cx="201900" cy="2019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33856" y="384962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Clickable permission UI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133856" y="4133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or deny actions with one click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4/12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JETBRAINS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Rider is the .NET-native choice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04672" y="167335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318" y="1815998"/>
            <a:ext cx="263347" cy="2633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5727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Rider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1554480" y="195681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.NET-native IDE — start here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22960" y="24871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Also: IntelliJ · PyCharm · WebStorm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800600" y="148132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9962" y="1590690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67528" y="144475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Install from Marketplace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5367528" y="17282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Search “Claude Code”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800600" y="207568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9962" y="2185050"/>
            <a:ext cx="201900" cy="2019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367528" y="20391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JetBrains merge tool</a:t>
            </a:r>
            <a:endParaRPr lang="en-US" sz="1450" dirty="0"/>
          </a:p>
        </p:txBody>
      </p:sp>
      <p:sp>
        <p:nvSpPr>
          <p:cNvPr id="18" name="Text 12"/>
          <p:cNvSpPr/>
          <p:nvPr/>
        </p:nvSpPr>
        <p:spPr>
          <a:xfrm>
            <a:off x="5367528" y="23225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for reviewing diffs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4800600" y="267004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9962" y="2779410"/>
            <a:ext cx="201900" cy="2019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367528" y="263347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Restart after install</a:t>
            </a:r>
            <a:endParaRPr lang="en-US" sz="1450" dirty="0"/>
          </a:p>
        </p:txBody>
      </p:sp>
      <p:sp>
        <p:nvSpPr>
          <p:cNvPr id="22" name="Text 15"/>
          <p:cNvSpPr/>
          <p:nvPr/>
        </p:nvSpPr>
        <p:spPr>
          <a:xfrm>
            <a:off x="5367528" y="29169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to activate the plugin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548640" y="3063240"/>
            <a:ext cx="3931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7"/>
          <p:cNvSpPr/>
          <p:nvPr/>
        </p:nvSpPr>
        <p:spPr>
          <a:xfrm>
            <a:off x="777240" y="3063240"/>
            <a:ext cx="3520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agent, same .claude/</a:t>
            </a:r>
            <a:endParaRPr lang="en-US" sz="1400" dirty="0"/>
          </a:p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plugin only changes how diffs and approvals appear.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5/12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MANAGEMENT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up where you left off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13232" y="1444752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39" y="1549359"/>
            <a:ext cx="193121" cy="19312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25880" y="13716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--continue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4114800" y="1371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Resume your most recent session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1975104"/>
            <a:ext cx="80467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13232" y="2048256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839" y="2152863"/>
            <a:ext cx="193121" cy="1931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25880" y="197510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--resume &lt;id&gt;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4114800" y="197510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Jump back into a specific session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2578608"/>
            <a:ext cx="80467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13232" y="2651760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839" y="2756367"/>
            <a:ext cx="193121" cy="1931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25880" y="25786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/resume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4114800" y="25786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In-session picker — reopen any past session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3182112"/>
            <a:ext cx="80467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713232" y="3255264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839" y="3359871"/>
            <a:ext cx="193121" cy="193121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325880" y="318211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/rewind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4114800" y="31821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Rewind the conversation and/or the code changes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48640" y="3785616"/>
            <a:ext cx="80467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19"/>
          <p:cNvSpPr/>
          <p:nvPr/>
        </p:nvSpPr>
        <p:spPr>
          <a:xfrm>
            <a:off x="713232" y="3858768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7839" y="3963375"/>
            <a:ext cx="193121" cy="193121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325880" y="37856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mode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4114800" y="378561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Shift+Tab to cycle in · claude --permission-mode plan</a:t>
            </a:r>
            <a:endParaRPr lang="en-US" sz="1300" dirty="0"/>
          </a:p>
        </p:txBody>
      </p:sp>
      <p:sp>
        <p:nvSpPr>
          <p:cNvPr id="30" name="Text 2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6/12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 CHECK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 it to yourself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8046720" cy="914400"/>
          </a:xfrm>
          <a:prstGeom prst="roundRect">
            <a:avLst>
              <a:gd name="adj" fmla="val 10000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22960" y="1783080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1901952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5544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same task in the terminal AND in your IDE.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74320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822960" y="3035808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3154680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63040" y="29992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Terminal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841248" y="349300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Text-based diff &amp; approval prompts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663440" y="274320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4937760" y="3035808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6632" y="3154680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577840" y="29992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IDE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4956048" y="349300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diff view &amp; clickable permissions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7/12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protocol, not N×M integrations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325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a standard, every tool needs a custom connector — N×M glue. MCP makes it N+M.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07492" y="205740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444752" y="233172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1173" y="2498141"/>
            <a:ext cx="307238" cy="30723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7492" y="30815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Host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690372" y="34290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app you run — Claude Code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3022092" y="274320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314700" y="205740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4251960" y="233172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8381" y="2498141"/>
            <a:ext cx="307238" cy="30723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314700" y="30815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3497580" y="34290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Speaks MCP, one per server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829300" y="274320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3"/>
          <p:cNvSpPr/>
          <p:nvPr/>
        </p:nvSpPr>
        <p:spPr>
          <a:xfrm>
            <a:off x="6121908" y="205740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7059168" y="233172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5589" y="2498141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121908" y="30815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6304788" y="34290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Exposes tools, data &amp; prompts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8/12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PRIMITIVES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things a server exposes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60020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444752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1173" y="2059229"/>
            <a:ext cx="307238" cy="30723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7492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07492" y="30175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Functions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90372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Actions Claude can call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314700" y="160020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251960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8381" y="2059229"/>
            <a:ext cx="307238" cy="30723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314700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Resources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3314700" y="30175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Readable data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3497580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Claude can pull in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121908" y="160020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7059168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5589" y="2059229"/>
            <a:ext cx="307238" cy="30723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121908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Prompts</a:t>
            </a:r>
            <a:endParaRPr lang="en-US" sz="1800" dirty="0"/>
          </a:p>
        </p:txBody>
      </p:sp>
      <p:sp>
        <p:nvSpPr>
          <p:cNvPr id="21" name="Text 15"/>
          <p:cNvSpPr/>
          <p:nvPr/>
        </p:nvSpPr>
        <p:spPr>
          <a:xfrm>
            <a:off x="6121908" y="30175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Templates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6304788" y="33832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Reusable, parameterized flows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9/12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804672" y="101498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51560" y="822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kern="0" spc="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162763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 MCP server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48640" y="215798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→ query issues &amp; PRs → create an issue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276148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2832811"/>
            <a:ext cx="131674" cy="1316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274320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the server and connect the client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66928" y="312724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3198571"/>
            <a:ext cx="131674" cy="1316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310896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open issues and pull requests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566928" y="349300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3564331"/>
            <a:ext cx="131674" cy="1316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47472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a new issue from the agent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548640" y="3913632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F6E0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2"/>
          <p:cNvSpPr/>
          <p:nvPr/>
        </p:nvSpPr>
        <p:spPr>
          <a:xfrm>
            <a:off x="777240" y="39136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High-risk &amp; internet-dependent  </a:t>
            </a: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recorded backup ready if the network fails.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10/12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TIE-IN TO SECTION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 + MCP work together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00200"/>
            <a:ext cx="39319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41248" y="1892808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894" y="2035454"/>
            <a:ext cx="263347" cy="2633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8745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skill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1554480" y="22037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teaches how to use it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841248" y="2697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Schema, query patterns, gotchas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663440" y="1600200"/>
            <a:ext cx="39319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956048" y="1892808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8694" y="2035454"/>
            <a:ext cx="263347" cy="26334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69280" y="18745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MCP server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5669280" y="22037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provides the tools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4956048" y="2697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actual functions &amp; data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48640" y="370332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777240" y="3703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Pattern:  </a:t>
            </a: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gives Claude the tools; a skill gives it the know-how to wield them.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11/12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154680" cy="3383280"/>
          </a:xfrm>
          <a:prstGeom prst="roundRect">
            <a:avLst>
              <a:gd name="adj" fmla="val 3478"/>
            </a:avLst>
          </a:prstGeom>
          <a:solidFill>
            <a:srgbClr val="D97757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152144"/>
            <a:ext cx="548640" cy="5486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17830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3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868680" y="2432304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 min  ·  hands-on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886968" y="2816352"/>
            <a:ext cx="1691640" cy="0"/>
          </a:xfrm>
          <a:prstGeom prst="line">
            <a:avLst/>
          </a:prstGeom>
          <a:noFill/>
          <a:ln w="19050">
            <a:solidFill>
              <a:srgbClr val="F2C9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868680" y="2944368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3182112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GitHub MCP session that queried the repo and created an issue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06908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PARTS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069080" y="115214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4069080" y="1152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26280" y="11430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Integrate Claude Code in your IDE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4069080" y="160934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4069080" y="1609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526280" y="16002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the GitHub MCP server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069080" y="206654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4069080" y="20665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26280" y="2057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the repo, then create an issue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4069080" y="2560320"/>
            <a:ext cx="457200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4297680" y="267919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CHECKPOINT</a:t>
            </a:r>
            <a:endParaRPr lang="en-US" sz="105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2935224"/>
            <a:ext cx="182880" cy="1828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572000" y="288950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 integration working with diffs</a:t>
            </a:r>
            <a:endParaRPr lang="en-US" sz="125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200400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572000" y="31546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 MCP server connected</a:t>
            </a:r>
            <a:endParaRPr lang="en-US" sz="125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465576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72000" y="34198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Issue created from the agent</a:t>
            </a:r>
            <a:endParaRPr lang="en-US" sz="1250" dirty="0"/>
          </a:p>
        </p:txBody>
      </p:sp>
      <p:sp>
        <p:nvSpPr>
          <p:cNvPr id="28" name="Shape 21"/>
          <p:cNvSpPr/>
          <p:nvPr/>
        </p:nvSpPr>
        <p:spPr>
          <a:xfrm>
            <a:off x="4069080" y="3831336"/>
            <a:ext cx="4572000" cy="457200"/>
          </a:xfrm>
          <a:prstGeom prst="roundRect">
            <a:avLst>
              <a:gd name="adj" fmla="val 16000"/>
            </a:avLst>
          </a:prstGeom>
          <a:solidFill>
            <a:srgbClr val="F6E0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2"/>
          <p:cNvSpPr/>
          <p:nvPr/>
        </p:nvSpPr>
        <p:spPr>
          <a:xfrm>
            <a:off x="4297680" y="38313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Offline? </a:t>
            </a:r>
            <a:r>
              <a:rPr lang="en-US" sz="11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bundled fixture &amp; recorded walkthrough.</a:t>
            </a:r>
            <a:endParaRPr lang="en-US" sz="1150" dirty="0"/>
          </a:p>
        </p:txBody>
      </p:sp>
      <p:sp>
        <p:nvSpPr>
          <p:cNvPr id="30" name="Text 23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 ·  12/12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655</Words>
  <Application>Microsoft Macintosh PowerPoint</Application>
  <PresentationFormat>On-screen Show (16:9)</PresentationFormat>
  <Paragraphs>152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Courier New</vt:lpstr>
      <vt:lpstr>Georgia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3 — IDE Integration + MCP Ecosystem</dc:title>
  <dc:subject>PptxGenJS Presentation</dc:subject>
  <dc:creator>dotnetclaude.com</dc:creator>
  <cp:lastModifiedBy>Chris Woodruff</cp:lastModifiedBy>
  <cp:revision>4</cp:revision>
  <dcterms:created xsi:type="dcterms:W3CDTF">2026-06-26T15:14:27Z</dcterms:created>
  <dcterms:modified xsi:type="dcterms:W3CDTF">2026-07-08T19:01:18Z</dcterms:modified>
</cp:coreProperties>
</file>