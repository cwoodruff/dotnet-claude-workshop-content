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014"/>
  </p:normalViewPr>
  <p:slideViewPr>
    <p:cSldViewPr snapToGrid="0" snapToObjects="1">
      <p:cViewPr varScale="1">
        <p:scale>
          <a:sx n="139" d="100"/>
          <a:sy n="139" d="100"/>
        </p:scale>
        <p:origin x="13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58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905256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 Integration +</a:t>
            </a:r>
            <a:endParaRPr lang="en-US" sz="4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Ecosystem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210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105 min  ·  40 lecture / demo  +  65 lab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across terminal / VS Code / JetBrains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full IDE integration — diffs, context, permissions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JetBrains plugin in Rider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sessions across surfaces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MCP — hosts, clients, servers, primitives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GitHub MCP server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Grasp the 10,000+ server ecosystem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agent, three surfaces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0100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192938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21892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3314700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607308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192938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29100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6121908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414516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1929384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36308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8229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822960" y="3337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diff &amp; permission UI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634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49377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TRAVELS WITH THE REPO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937760" y="33375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+ your .claude/ — CLAUDE.md, rules, skills, hooks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integrate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4160520" cy="960120"/>
          </a:xfrm>
          <a:prstGeom prst="roundRect">
            <a:avLst>
              <a:gd name="adj" fmla="val 7619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002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--install-extension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anthropic.claude-code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33856" y="266090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Inline diff review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133856" y="2944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Approve, reject, or modify each change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40120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325526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to Claude Code context”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133856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selection straight to the agent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66928" y="3886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90" y="3995562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33856" y="3849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Clickable permission UI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133856" y="4133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or deny actions with one click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is the .NET-native choice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67335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18" y="1815998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5544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.NET-native IDE — start here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487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Also: IntelliJ · PyCharm · WebStorm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800600" y="14813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9962" y="15906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67528" y="14447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from Marketplace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367528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“Claude Code”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800600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9962" y="218505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67528" y="20391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 merge tool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5367528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for reviewing diffs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800600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962" y="2779410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367528" y="26334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after install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5367528" y="2916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to activate the plugin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48640" y="306324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/>
          <p:nvPr/>
        </p:nvSpPr>
        <p:spPr>
          <a:xfrm>
            <a:off x="777240" y="3063240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agent, same .claude/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plugin only changes how diffs and approvals appear.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up where you left off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444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1549359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114800" y="1371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Resume your most recent session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75104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13232" y="204825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39" y="215286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197510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 &lt;id&gt;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114800" y="197510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Jump back into a specific session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578608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65176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39" y="2756367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5786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114800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In-session picker — reopen any past session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182112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13232" y="325526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39" y="3359871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1821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114800" y="31821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Rewind the conversation and/or the code changes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48640" y="3785616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85876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839" y="3963375"/>
            <a:ext cx="193121" cy="19312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7856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114800" y="37856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Shift+Tab to cycle in · claude --permission-mode plan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it to yourself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190195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same task in the terminal AND in your IDE.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315468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412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Text-based diff &amp; approval prompts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634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9377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3154680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778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IDE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9560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diff view &amp; clickable permissions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protocol, not N×M integrations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a standard, every tool needs a custom connector — N×M glue. MCP makes it N+M.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07492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444752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4981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7492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690372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 you run — Claude Code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3022092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14700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251960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49814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1470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3497580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MCP, one per server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829300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6121908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059168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49814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121908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304788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tools, data &amp; prompts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PRIMITIVES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a server exposes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 Claude can call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Readable data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Claude can pull in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Prompts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Reusable, parameterized flows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MCP server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215798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→ query issues &amp; PRs → create an issue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27614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28328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4320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server and connect the client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open issues and pull requests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9300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64331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747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new issue from the agent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High-risk &amp; internet-dependent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recorded backup ready if the network fails.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+ MCP work together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894" y="203545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teaches how to use it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Schema, query patterns, gotchas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9560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8694" y="203545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the tools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actual functions &amp; data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gives Claude the tools; a skill gives it the know-how to wield them.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152144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83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43230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81635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9443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182112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GitHub MCP session that queried the repo and created an issue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Claude Code in your IDE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093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GitHub MCP server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665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6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57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repo, then create an issue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0320"/>
            <a:ext cx="457200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79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93522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895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integration working with diffs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00400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54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MCP server connected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created from the agent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4069080" y="3831336"/>
            <a:ext cx="457200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4297680" y="3831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Offline? </a:t>
            </a:r>
            <a:r>
              <a:rPr lang="en-US" sz="11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bundled fixture &amp; recorded walkthrough.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665</Words>
  <Application>Microsoft Macintosh PowerPoint</Application>
  <PresentationFormat>On-screen Show (16:9)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3 — IDE Integration + MCP Ecosystem</dc:title>
  <dc:subject>PptxGenJS Presentation</dc:subject>
  <dc:creator>dotnetclaude.com</dc:creator>
  <cp:lastModifiedBy>Chris Woodruff</cp:lastModifiedBy>
  <cp:revision>3</cp:revision>
  <dcterms:created xsi:type="dcterms:W3CDTF">2026-06-26T15:14:27Z</dcterms:created>
  <dcterms:modified xsi:type="dcterms:W3CDTF">2026-07-07T12:47:54Z</dcterms:modified>
</cp:coreProperties>
</file>