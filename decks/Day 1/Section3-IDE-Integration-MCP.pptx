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eorgia"/>
          <a:ea typeface="Georgia"/>
          <a:cs typeface="Georgi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Inter"/>
          <a:ea typeface="Inter"/>
          <a:cs typeface="Inter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Inter"/>
          <a:ea typeface="Inter"/>
          <a:cs typeface="Inter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Inter"/>
          <a:ea typeface="Inter"/>
          <a:cs typeface="Inter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Inter"/>
          <a:ea typeface="Inter"/>
          <a:cs typeface="Inter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Inter"/>
          <a:ea typeface="Inter"/>
          <a:cs typeface="Inter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640080"/>
            <a:ext cx="960120" cy="9601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83880" y="1417320"/>
            <a:ext cx="411480" cy="411480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4" y="905256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3504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 Integration +</a:t>
            </a:r>
            <a:endParaRPr lang="en-US" sz="4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Ecosystem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658368" y="3493008"/>
            <a:ext cx="1005840" cy="0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36210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105 min  ·  40 lecture / demo  +  65 lab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walk away able to do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1470721"/>
            <a:ext cx="149230" cy="1492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3716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 across terminal / VS Code / JetBrains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66928" y="180136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1882201"/>
            <a:ext cx="149230" cy="1492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128" y="17830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full IDE integration — diffs, context, permissions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566928" y="221284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2293681"/>
            <a:ext cx="149230" cy="1492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128" y="21945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the JetBrains plugin in Rider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566928" y="262432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2705161"/>
            <a:ext cx="149230" cy="1492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4128" y="26060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sessions across surfaces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566928" y="303580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3116641"/>
            <a:ext cx="149230" cy="14923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24128" y="30175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MCP — hosts, clients, servers, primitives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66928" y="344728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3528121"/>
            <a:ext cx="149230" cy="14923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24128" y="34290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GitHub MCP server</a:t>
            </a:r>
            <a:endParaRPr lang="en-US" sz="1600" dirty="0"/>
          </a:p>
        </p:txBody>
      </p:sp>
      <p:sp>
        <p:nvSpPr>
          <p:cNvPr id="23" name="Shape 14"/>
          <p:cNvSpPr/>
          <p:nvPr/>
        </p:nvSpPr>
        <p:spPr>
          <a:xfrm>
            <a:off x="566928" y="385876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3939601"/>
            <a:ext cx="149230" cy="14923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024128" y="38404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Grasp the 10,000+ server ecosystem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 ·  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agent, three surfaces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" y="146304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0100" y="1810512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1929384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21892" y="14630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3314700" y="146304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607308" y="1810512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180" y="192938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29100" y="14630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6121908" y="146304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6414516" y="1810512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388" y="1929384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36308" y="14630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JetBrains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548640" y="28346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822960" y="3035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22960" y="33375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the diff &amp; permission UI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663440" y="28346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4937760" y="3035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TRAVELS WITH THE REPO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937760" y="33375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+ your .claude/ — CLAUDE.md, rules, skills, hooks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 ·  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&amp; integrate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--install-extension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anthropic.claude-code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269748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90" y="2806842"/>
            <a:ext cx="201900" cy="2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3856" y="26609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diff review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33856" y="2944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Approve, reject, or modify each change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66928" y="329184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0" y="3401202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3856" y="32552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“Add to Claude Code context”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33856" y="3538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a selection straight to the agent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66928" y="38862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90" y="3995562"/>
            <a:ext cx="201900" cy="201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33856" y="38496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Clickable permission UI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33856" y="4133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or deny actions with one click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 ·  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JETBRAINS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Rider is the .NET-native choice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4672" y="167335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1815998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Rider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554480" y="19568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.NET-native IDE — start here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2487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Also: IntelliJ · PyCharm · WebStorm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800600" y="148132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962" y="1590690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67528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from Marketplace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5367528" y="1728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“Claude Code”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800600" y="207568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962" y="2185050"/>
            <a:ext cx="201900" cy="201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67528" y="2039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JetBrains merge tool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5367528" y="2322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reviewing diffs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800600" y="267004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9962" y="2779410"/>
            <a:ext cx="201900" cy="2019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67528" y="26334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Restart after install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5367528" y="2916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to activate the plugin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48640" y="306324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777240" y="306324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agent, same .claude/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plugin only changes how diffs and approvals appear.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 ·  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work across surfaces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3232" y="1444752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39" y="1549359"/>
            <a:ext cx="193121" cy="1931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--continue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114800" y="1371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your most recent session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1975104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13232" y="2048256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39" y="2152863"/>
            <a:ext cx="193121" cy="1931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19751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--resume &lt;id&gt;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114800" y="197510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Jump back into a specific session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2578608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13232" y="2651760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39" y="2756367"/>
            <a:ext cx="193121" cy="1931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25786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/desktop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114800" y="25786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 off to the desktop app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3182112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713232" y="3255264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" y="3359871"/>
            <a:ext cx="193121" cy="19312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3182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/teleport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4114800" y="31821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the session to another surface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48640" y="3785616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713232" y="3858768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839" y="3963375"/>
            <a:ext cx="193121" cy="19312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25880" y="37856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mode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4114800" y="37856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--plan or /plan for large or destructive ops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 ·  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it to yourself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0195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5544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same task in the terminal AND in your IDE.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27432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822960" y="3035808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15468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2999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41248" y="34930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Text-based diff &amp; approval prompts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27432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937760" y="3035808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3154680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7840" y="2999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IDE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956048" y="34930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diff view &amp; clickable permissions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 ·  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protocol, not N×M integrations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standard, every tool needs a custom connector — N×M glue. MCP makes it N+M.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07492" y="20574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444752" y="233172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173" y="2498141"/>
            <a:ext cx="307238" cy="307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7492" y="3081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90372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 you run — Claude Code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022092" y="27432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3314700" y="20574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251960" y="233172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249814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14700" y="3081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349758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Speaks MCP, one per server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829300" y="27432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6121908" y="20574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059168" y="233172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589" y="249814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21908" y="3081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304788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Exposes tools, data &amp; prompts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 ·  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PRIMITIVES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a server exposes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" y="160020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44752" y="189280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173" y="2059229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492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7492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90372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 Claude can call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14700" y="160020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251960" y="189280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2059229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4700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314700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Readable data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9758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Claude can pull in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21908" y="160020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059168" y="189280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589" y="2059229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21908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Prompts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121908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304788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Reusable, parameterized flows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 ·  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804672" y="101498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51560" y="822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6276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MCP server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21579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 → query issues &amp; PRs → create an issue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66928" y="276148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2832811"/>
            <a:ext cx="131674" cy="1316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74320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the server and connect the client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66928" y="312724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198571"/>
            <a:ext cx="131674" cy="1316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1089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open issues and pull requests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66928" y="349300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564331"/>
            <a:ext cx="131674" cy="1316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47472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new issue from the agent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48640" y="3913632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6E0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777240" y="39136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High-risk &amp; internet-dependent  </a:t>
            </a: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recorded backup ready if the network fails.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 ·  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TIE-IN TO SECTION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+ MCP work together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41248" y="189280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2035454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skill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554480" y="2203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teaches how to use it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41248" y="2697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Schema, query patterns, gotchas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6002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956048" y="189280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694" y="2035454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928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MCP server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669280" y="2203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the tools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956048" y="2697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actual functions &amp; data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370332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77240" y="3703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Pattern:  </a:t>
            </a: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gives Claude the tools; a skill gives it the know-how to wield them.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 ·  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02336"/>
            <a:ext cx="310896" cy="3108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154680" cy="3383280"/>
          </a:xfrm>
          <a:prstGeom prst="roundRect">
            <a:avLst>
              <a:gd name="adj" fmla="val 3478"/>
            </a:avLst>
          </a:prstGeom>
          <a:solidFill>
            <a:srgbClr val="D97757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52144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3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868680" y="243230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 min  ·  hands-on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86968" y="2816352"/>
            <a:ext cx="1691640" cy="0"/>
          </a:xfrm>
          <a:prstGeom prst="line">
            <a:avLst/>
          </a:prstGeom>
          <a:noFill/>
          <a:ln w="19050">
            <a:solidFill>
              <a:srgbClr val="F2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68680" y="294436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68680" y="31821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GitHub MCP session that queried the repo and created an issue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06908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PARTS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069080" y="115214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069080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1143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Claude Code in your IDE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4069080" y="160934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069080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26280" y="16002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the GitHub MCP server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4069080" y="206654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069080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26280" y="2057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the repo, then create an issue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4069080" y="2560320"/>
            <a:ext cx="45720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297680" y="2679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</a:t>
            </a:r>
            <a:endParaRPr lang="en-US" sz="10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935224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72000" y="28895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 integration working with diffs</a:t>
            </a:r>
            <a:endParaRPr lang="en-US" sz="12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200400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0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MCP server connected</a:t>
            </a:r>
            <a:endParaRPr lang="en-US" sz="12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465576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34198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created from the agent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4069080" y="3831336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6E0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4297680" y="3831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Offline? </a:t>
            </a:r>
            <a:r>
              <a:rPr lang="en-US" sz="11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bundled fixture &amp; recorded walkthrough.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 ·  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</Words>
  <Application>Microsoft Macintosh PowerPoint</Application>
  <PresentationFormat>On-screen Show (16:9)</PresentationFormat>
  <Paragraphs>140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Courier New</vt:lpstr>
      <vt:lpstr>Georgia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3 — IDE Integration + MCP Ecosystem</dc:title>
  <dc:subject>PptxGenJS Presentation</dc:subject>
  <dc:creator>dotnetclaude.com</dc:creator>
  <cp:lastModifiedBy>Chris Woodruff</cp:lastModifiedBy>
  <cp:revision>2</cp:revision>
  <dcterms:created xsi:type="dcterms:W3CDTF">2026-06-26T15:14:27Z</dcterms:created>
  <dcterms:modified xsi:type="dcterms:W3CDTF">2026-07-06T11:25:56Z</dcterms:modified>
</cp:coreProperties>
</file>