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27"/>
    <p:restoredTop sz="82671"/>
  </p:normalViewPr>
  <p:slideViewPr>
    <p:cSldViewPr snapToGrid="0" snapToObjects="1">
      <p:cViewPr varScale="1">
        <p:scale>
          <a:sx n="139" d="100"/>
          <a:sy n="139" d="100"/>
        </p:scale>
        <p:origin x="156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764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rgbClr val="F0EEE6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Georgia"/>
          <a:ea typeface="Georgia"/>
          <a:cs typeface="Georgi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Inter"/>
          <a:ea typeface="Inter"/>
          <a:cs typeface="Inter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Inter"/>
          <a:ea typeface="Inter"/>
          <a:cs typeface="Inter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Inter"/>
          <a:ea typeface="Inter"/>
          <a:cs typeface="Inter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Inter"/>
          <a:ea typeface="Inter"/>
          <a:cs typeface="Inter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Inter"/>
          <a:ea typeface="Inter"/>
          <a:cs typeface="Inter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640080"/>
            <a:ext cx="960120" cy="9601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83880" y="141732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896112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.NET AI WITH CLAUDE WORKSHOP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03504" y="17830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</a:t>
            </a: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640080" y="27432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Claude Code Track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58368" y="3520440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44439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Instructor-led workshop for professional .NET developers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DAY'S GOAL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we're here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1" y="176662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554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Leave using Claude Code as a </a:t>
            </a:r>
            <a:r>
              <a:rPr lang="en-US" sz="3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genuine daily driver</a:t>
            </a:r>
            <a:r>
              <a:rPr lang="en-US" sz="3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417320" y="2444145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force multiplier</a:t>
            </a:r>
            <a:r>
              <a:rPr lang="en-US" sz="30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not a novelty.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1417320" y="333756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demo you watch once. A tool you reach for on real .NET work — architecture, code, tests, debugging — every day after today.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 ·  2/10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48640" y="44439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Set the tone: this is about habit change, not a feature tour.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SCHEDULE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at a glance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8046720" cy="2615184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Time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Session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Format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9:00 – 10:30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41413"/>
                          </a:solidFill>
                        </a:rPr>
                        <a:t>Section 1 — Foundations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Concepts + live demo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i="1" dirty="0">
                          <a:solidFill>
                            <a:srgbClr val="615C52"/>
                          </a:solidFill>
                        </a:rPr>
                        <a:t>10:30 – 10:45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i="1" dirty="0">
                          <a:solidFill>
                            <a:srgbClr val="615C52"/>
                          </a:solidFill>
                        </a:rPr>
                        <a:t>Break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i="1" dirty="0">
                          <a:solidFill>
                            <a:srgbClr val="615C5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10:45 – 12:30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41413"/>
                          </a:solidFill>
                        </a:rPr>
                        <a:t>Section 2 — Steering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Concepts + lab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i="1" dirty="0">
                          <a:solidFill>
                            <a:srgbClr val="615C52"/>
                          </a:solidFill>
                        </a:rPr>
                        <a:t>12:30 – 1:30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i="1" dirty="0">
                          <a:solidFill>
                            <a:srgbClr val="615C52"/>
                          </a:solidFill>
                        </a:rPr>
                        <a:t>Lunch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i="1" dirty="0">
                          <a:solidFill>
                            <a:srgbClr val="615C5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1:30 – 3:15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41413"/>
                          </a:solidFill>
                        </a:rPr>
                        <a:t>Section 3 — IDE + MCP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Concepts + lab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i="1" dirty="0">
                          <a:solidFill>
                            <a:srgbClr val="615C52"/>
                          </a:solidFill>
                        </a:rPr>
                        <a:t>3:15 – 3:30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i="1" dirty="0">
                          <a:solidFill>
                            <a:srgbClr val="615C52"/>
                          </a:solidFill>
                        </a:rPr>
                        <a:t>Break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i="1" dirty="0">
                          <a:solidFill>
                            <a:srgbClr val="615C5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3:30 – 5:00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41413"/>
                          </a:solidFill>
                        </a:rPr>
                        <a:t>Section 4 — AI in the SDLC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Concepts + lab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 ·  3/10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OUTCOMES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be able to do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2743200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Outcome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Where delivered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1413"/>
                          </a:solidFill>
                        </a:rPr>
                        <a:t>Install, configure &amp; operate Claude Code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1413"/>
                          </a:solidFill>
                        </a:rPr>
                        <a:t>across terminal, VS Code and JetBrains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D97757"/>
                          </a:solidFill>
                        </a:rPr>
                        <a:t>Section 1</a:t>
                      </a:r>
                      <a:endParaRPr lang="en-US" sz="1300" dirty="0"/>
                    </a:p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D97757"/>
                          </a:solidFill>
                        </a:rPr>
                        <a:t>Foundations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1413"/>
                          </a:solidFill>
                        </a:rPr>
                        <a:t>Accelerate architecture, construction,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1413"/>
                          </a:solidFill>
                        </a:rPr>
                        <a:t>refactoring, testing and debugging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D97757"/>
                          </a:solidFill>
                        </a:rPr>
                        <a:t>Sections 2–4</a:t>
                      </a:r>
                      <a:endParaRPr lang="en-US" sz="1300" dirty="0"/>
                    </a:p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D97757"/>
                          </a:solidFill>
                        </a:rPr>
                        <a:t>+ hands-on labs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1413"/>
                          </a:solidFill>
                        </a:rPr>
                        <a:t>Explain how LLMs work — tokens, context,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1413"/>
                          </a:solidFill>
                        </a:rPr>
                        <a:t>turns, grounding — and apply to integration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D97757"/>
                          </a:solidFill>
                        </a:rPr>
                        <a:t>Section 1 &amp; 3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 ·  4/10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WE START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Access requirements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8046720" cy="685800"/>
          </a:xfrm>
          <a:prstGeom prst="roundRect">
            <a:avLst>
              <a:gd name="adj" fmla="val 10667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48132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600200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37160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 needs a paid plan. </a:t>
            </a: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minimum — the Free plan will not work.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8046720" cy="17373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Cost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Notes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1413"/>
                          </a:solidFill>
                        </a:rPr>
                        <a:t>Claude Pro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~$20 / month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Minimum plan for Claude Code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1413"/>
                          </a:solidFill>
                        </a:rPr>
                        <a:t>Claude Max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$100 or $200 / month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Higher usage limits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1413"/>
                          </a:solidFill>
                        </a:rPr>
                        <a:t>Anthropic API key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Pay-as-you-go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Metered, per-token billing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 ·  5/10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SETUP CHECKLIST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 prerequisites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13232" y="149047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594" y="1599834"/>
            <a:ext cx="201900" cy="201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41732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Node.js 18+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840480" y="141732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Runtime for the Claude Code CLI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020824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13232" y="209397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94" y="2203338"/>
            <a:ext cx="201900" cy="201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202082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.NET 10 SDK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840480" y="202082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and run BookTracker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48640" y="2624328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13232" y="269748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594" y="2806842"/>
            <a:ext cx="201900" cy="201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262432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3840480" y="262432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Clone the through-line repo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3227832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713232" y="330098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594" y="3410346"/>
            <a:ext cx="201900" cy="2019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22783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Windows → WSL2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3840480" y="322783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Claude Code in a Linux shell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48640" y="3831336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713232" y="390448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594" y="4013850"/>
            <a:ext cx="201900" cy="2019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71600" y="383133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Code/JetBrains Rider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3840480" y="383133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editors for the IDE labs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 ·  6/10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RUNNING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 &amp; authenticate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8046720" cy="2926080"/>
          </a:xfrm>
          <a:prstGeom prst="roundRect">
            <a:avLst>
              <a:gd name="adj" fmla="val 2500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04672" y="1609344"/>
            <a:ext cx="146304" cy="146304"/>
          </a:xfrm>
          <a:prstGeom prst="ellipse">
            <a:avLst/>
          </a:prstGeom>
          <a:solidFill>
            <a:srgbClr val="E068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24128" y="1609344"/>
            <a:ext cx="146304" cy="146304"/>
          </a:xfrm>
          <a:prstGeom prst="ellipse">
            <a:avLst/>
          </a:prstGeom>
          <a:solidFill>
            <a:srgbClr val="E0A0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243584" y="1609344"/>
            <a:ext cx="146304" cy="146304"/>
          </a:xfrm>
          <a:prstGeom prst="ellipse">
            <a:avLst/>
          </a:prstGeom>
          <a:solidFill>
            <a:srgbClr val="5FB8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463040" y="1536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1920240"/>
            <a:ext cx="7406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-g @anthropic-ai/claude-code
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--version
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r>
              <a:rPr lang="en-US" sz="14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launches browser OAuth login</a:t>
            </a: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— or authenticate with an API key —</a:t>
            </a: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ANTHROPIC_API_KEY=</a:t>
            </a:r>
            <a:r>
              <a:rPr lang="en-US" sz="14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sk-ant-...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 ·  7/10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THROUGH-LINE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project, all day: BookTracker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1" y="16751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481328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BookTracker</a:t>
            </a:r>
            <a:r>
              <a:rPr lang="en-US" sz="22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one evolving ASP.NET Core Minimal API.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417320" y="214884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Clone it once this morning. Every lab improves the same codebase — no context-switching between toy examples.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1792" y="306324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21792" y="32095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21792" y="353872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2404872" y="3227832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2660904" y="306324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660904" y="32095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2660904" y="353872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Steering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443984" y="3227832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700016" y="306324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700016" y="32095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700016" y="353872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 + MCP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83096" y="3227832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6739128" y="306324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739128" y="32095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4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739128" y="353872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SDLC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 ·  8/10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CODEBASE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BookTracker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4526280" cy="2468880"/>
          </a:xfrm>
          <a:prstGeom prst="roundRect">
            <a:avLst>
              <a:gd name="adj" fmla="val 2963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1709928"/>
            <a:ext cx="3977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BookTracker.sln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BookTracker.Api/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BookTracker.Core/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BookTracker.Data/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BookTracker.Tests/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34924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349240" y="1847088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577840" y="1783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C# / .NET 10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349240" y="2231136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577840" y="2167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Minimal API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349240" y="2615184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577840" y="25511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 Core 10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349240" y="2999232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577840" y="2935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SQLite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349240" y="3383280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577840" y="33192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xUnit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02336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77240" y="402336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Note:  </a:t>
            </a: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create CLAUDE.md in Lab 1 — it's the day's first deliverable.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 ·  9/10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ALONGSIDE THE DECK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use these docs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7492" y="155448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444752" y="184708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1173" y="201350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7492" y="26060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07492" y="297180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Concepts + demos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6092" y="33375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teaching narrative you follow live.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14700" y="155448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251960" y="184708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381" y="2013509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14700" y="26060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Labs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314700" y="297180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deliverable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43300" y="33375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build something real each block.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121908" y="155448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7059168" y="184708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5589" y="2013509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121908" y="26060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 cards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121908" y="297180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Keepers — print them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350508" y="33375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Cheat sheets you'll reuse after today.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 ·  10/10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611</Words>
  <Application>Microsoft Macintosh PowerPoint</Application>
  <PresentationFormat>On-screen Show (16:9)</PresentationFormat>
  <Paragraphs>155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Courier New</vt:lpstr>
      <vt:lpstr>Georgia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 — The Claude Code Track</dc:title>
  <dc:subject>PptxGenJS Presentation</dc:subject>
  <dc:creator>dotnetclaude.com</dc:creator>
  <cp:lastModifiedBy>Chris Woodruff</cp:lastModifiedBy>
  <cp:revision>4</cp:revision>
  <dcterms:created xsi:type="dcterms:W3CDTF">2026-06-26T14:44:51Z</dcterms:created>
  <dcterms:modified xsi:type="dcterms:W3CDTF">2026-07-08T12:35:41Z</dcterms:modified>
</cp:coreProperties>
</file>