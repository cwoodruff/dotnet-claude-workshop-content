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6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rgbClr val="F0EEE6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eorgia"/>
          <a:ea typeface="Georgia"/>
          <a:cs typeface="Georgi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Inter"/>
          <a:ea typeface="Inter"/>
          <a:cs typeface="Inter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Inter"/>
          <a:ea typeface="Inter"/>
          <a:cs typeface="Inter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Inter"/>
          <a:ea typeface="Inter"/>
          <a:cs typeface="Inter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Inter"/>
          <a:ea typeface="Inter"/>
          <a:cs typeface="Inter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Inter"/>
          <a:ea typeface="Inter"/>
          <a:cs typeface="Inter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640080"/>
            <a:ext cx="960120" cy="9601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83880" y="1417320"/>
            <a:ext cx="411480" cy="411480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89611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.NET AI WITH CLAUDE WORKSHOP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3504" y="1783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Claude Code Track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58368" y="3520440"/>
            <a:ext cx="1005840" cy="0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Instructor-led workshop for professional .NET developers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DAY'S GOAL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we're 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7666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54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using Claude Code as a </a:t>
            </a:r>
            <a:r>
              <a:rPr lang="en-US" sz="3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daily driver</a:t>
            </a:r>
            <a:r>
              <a:rPr lang="en-US" sz="3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417320" y="2444145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force multiplier</a:t>
            </a:r>
            <a:r>
              <a:rPr lang="en-US" sz="3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not a novelty.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417320" y="33375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demo you watch once. A tool you reach for on real .NET work — architecture, code, tests, debugging — every day after today.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 ·  2/10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Set the tone: this is about habit change, not a feature tour.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at a glance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261518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Session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</a:rPr>
                        <a:t>9:00 – 10:30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</a:rPr>
                        <a:t>Section 1 — Foundations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</a:rPr>
                        <a:t>Concepts + live demo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615C52"/>
                          </a:solidFill>
                        </a:rPr>
                        <a:t>10:30 – 10:45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615C52"/>
                          </a:solidFill>
                        </a:rPr>
                        <a:t>Break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615C52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</a:rPr>
                        <a:t>10:45 – 12:30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</a:rPr>
                        <a:t>Section 2 — Steering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</a:rPr>
                        <a:t>Concepts + lab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615C52"/>
                          </a:solidFill>
                        </a:rPr>
                        <a:t>12:30 – 1:30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615C52"/>
                          </a:solidFill>
                        </a:rPr>
                        <a:t>Lunch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615C52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</a:rPr>
                        <a:t>1:30 – 3:15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</a:rPr>
                        <a:t>Section 3 — IDE + MCP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</a:rPr>
                        <a:t>Concepts + lab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615C52"/>
                          </a:solidFill>
                        </a:rPr>
                        <a:t>3:15 – 3:30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615C52"/>
                          </a:solidFill>
                        </a:rPr>
                        <a:t>Break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615C52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</a:rPr>
                        <a:t>3:30 – 5:00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</a:rPr>
                        <a:t>Section 4 — AI in the SDLC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</a:rPr>
                        <a:t>Concepts + lab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 ·  3/10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Four teaching blocks, two breaks, lunch — labs after every section past Foundations.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be able to do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Where delivered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</a:rPr>
                        <a:t>Install, configure &amp; operate Claude Code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</a:rPr>
                        <a:t>across terminal, VS Code and JetBrains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</a:rPr>
                        <a:t>Section 1</a:t>
                      </a:r>
                      <a:endParaRPr lang="en-US" sz="1300" dirty="0"/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</a:rPr>
                        <a:t>Foundations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</a:rPr>
                        <a:t>Accelerate architecture, construction,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</a:rPr>
                        <a:t>refactoring, testing and debugging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</a:rPr>
                        <a:t>Sections 2–4</a:t>
                      </a:r>
                      <a:endParaRPr lang="en-US" sz="1300" dirty="0"/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</a:rPr>
                        <a:t>+ hands-on labs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</a:rPr>
                        <a:t>Explain how LLMs work — tokens, context,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413"/>
                          </a:solidFill>
                        </a:rPr>
                        <a:t>turns, grounding — and apply to integration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</a:rPr>
                        <a:t>Section 1 &amp; 3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 ·  4/10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Three outcomes: operate the tool, apply it across the SDLC, and reason about the model.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WE START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60020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7160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needs a paid plan. </a:t>
            </a: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minimum — the Free plan will not work.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Option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</a:rPr>
                        <a:t>Claude Pro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</a:rPr>
                        <a:t>~$20 / month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</a:rPr>
                        <a:t>Minimum plan for Claude Code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</a:rPr>
                        <a:t>Claude Max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</a:rPr>
                        <a:t>$100 or $200 / month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</a:rPr>
                        <a:t>Higher usage limits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</a:rPr>
                        <a:t>Anthropic API key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</a:rPr>
                        <a:t>Pay-as-you-go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</a:rPr>
                        <a:t>Metered, per-token billing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 ·  5/10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48640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Confirm everyone has Pro, Max, or an API key before the first lab.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CHECKLIST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prerequisites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49047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94" y="1599834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173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18+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40480" y="14173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for the Claude Code CLI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020824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13232" y="2093976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94" y="2203338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02082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.NET 10 SDK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840480" y="20208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and run BookTracker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26243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3232" y="269748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594" y="2806842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6243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840480" y="26243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 the through-line repo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227832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13232" y="3300984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594" y="3410346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2278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→ WSL2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3840480" y="32278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Claude Code in a Linux shell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3831336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13232" y="390448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594" y="4013850"/>
            <a:ext cx="201900" cy="201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38313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840480" y="383133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editor for the IDE labs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 ·  6/10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548640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Windows users: do everything inside WSL2 — it avoids most path and shell snags.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RUNNING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&amp; authenticate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2926080"/>
          </a:xfrm>
          <a:prstGeom prst="roundRect">
            <a:avLst>
              <a:gd name="adj" fmla="val 2500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609344"/>
            <a:ext cx="146304" cy="146304"/>
          </a:xfrm>
          <a:prstGeom prst="ellipse">
            <a:avLst/>
          </a:prstGeom>
          <a:solidFill>
            <a:srgbClr val="E068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4128" y="1609344"/>
            <a:ext cx="146304" cy="146304"/>
          </a:xfrm>
          <a:prstGeom prst="ellipse">
            <a:avLst/>
          </a:prstGeom>
          <a:solidFill>
            <a:srgbClr val="E0A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43584" y="1609344"/>
            <a:ext cx="146304" cy="146304"/>
          </a:xfrm>
          <a:prstGeom prst="ellipse">
            <a:avLst/>
          </a:prstGeom>
          <a:solidFill>
            <a:srgbClr val="5F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6304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7406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@anthropic-ai/claude-code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--version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r>
              <a:rPr lang="en-US" sz="14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launches browser OAuth login</a:t>
            </a:r>
            <a:r>
              <a:rPr lang="en-US" sz="14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— or authenticate with an API key —</a:t>
            </a:r>
            <a:r>
              <a:rPr lang="en-US" sz="14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ANTHROPIC_API_KEY=</a:t>
            </a:r>
            <a:r>
              <a:rPr lang="en-US" sz="140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sk-ant-...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 ·  7/10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Run these live; pause on the OAuth handoff so everyone authenticates together.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THROUGH-LINE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project, all day: BookTracker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8132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BookTracker</a:t>
            </a:r>
            <a:r>
              <a:rPr lang="en-US" sz="22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one evolving ASP.NET Core Minimal API.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17320" y="21488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 it once this morning. Every lab improves the same codebase — no context-switching between toy examples.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" y="306324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32095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" y="35387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04872" y="322783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660904" y="306324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660904" y="32095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60904" y="35387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Steering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43984" y="322783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700016" y="306324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00016" y="32095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700016" y="35387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 + MCP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83096" y="322783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739128" y="306324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739128" y="32095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739128" y="35387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SDLC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 ·  8/10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8640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One repo, four labs — improvements compound instead of resetting each section.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CODEBASE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BookTracker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26280" cy="2468880"/>
          </a:xfrm>
          <a:prstGeom prst="roundRect">
            <a:avLst>
              <a:gd name="adj" fmla="val 2963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09928"/>
            <a:ext cx="3977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BookTracker.sln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BookTracker.Api/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BookTracker.Core/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BookTracker.Data/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BookTracker.Tests/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CLAUDE.md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4924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49240" y="1847088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7784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C# / .NET 10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49240" y="2231136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7840" y="2167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API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49240" y="2615184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25511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 Core 10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49240" y="2999232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77840" y="29352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349240" y="3383280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77840" y="3319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xUnit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0233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 </a:t>
            </a: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CLAUDE.md starts minimal on purpose — you'll grow it as the day goes 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 ·  9/10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Four projects plus a deliberately thin CLAUDE.md you'll enrich section by section.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ALONGSIDE THE DECK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these docs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492" y="155448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44752" y="184708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173" y="201350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492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7492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Concepts + demos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6092" y="3337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teaching narrative you follow live.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4700" y="155448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51960" y="184708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201350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4700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314700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43300" y="3337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build something real each block.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1908" y="155448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059168" y="184708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589" y="2013509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1908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cards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121908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Keepers — print them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50508" y="3337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Cheat sheets you'll reuse after today.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 ·  10/10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48640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Deck reinforces, docs carry the detail — reference cards are the part to keep.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</Words>
  <Application>Microsoft Macintosh PowerPoint</Application>
  <PresentationFormat>On-screen Show (16:9)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The Claude Code Track</dc:title>
  <dc:subject>PptxGenJS Presentation</dc:subject>
  <dc:creator>dotnetclaude.com</dc:creator>
  <cp:lastModifiedBy>Chris Woodruff</cp:lastModifiedBy>
  <cp:revision>2</cp:revision>
  <dcterms:created xsi:type="dcterms:W3CDTF">2026-06-26T14:44:51Z</dcterms:created>
  <dcterms:modified xsi:type="dcterms:W3CDTF">2026-06-26T14:50:49Z</dcterms:modified>
</cp:coreProperties>
</file>