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Inter"/>
          <a:ea typeface="Inter"/>
          <a:cs typeface="Inte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Inter"/>
          <a:ea typeface="Inter"/>
          <a:cs typeface="Inte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Inter"/>
          <a:ea typeface="Inter"/>
          <a:cs typeface="Inte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Inter"/>
          <a:ea typeface="Inter"/>
          <a:cs typeface="Inte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Inter"/>
          <a:ea typeface="Inter"/>
          <a:cs typeface="Inte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4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640080"/>
            <a:ext cx="960120" cy="9601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1732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296" y="905256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03504" y="187452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Steering</a:t>
            </a:r>
            <a:endParaRPr lang="en-US" sz="54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5400" dirty="0"/>
          </a:p>
        </p:txBody>
      </p:sp>
      <p:sp>
        <p:nvSpPr>
          <p:cNvPr id="7" name="Shape 4"/>
          <p:cNvSpPr/>
          <p:nvPr/>
        </p:nvSpPr>
        <p:spPr>
          <a:xfrm>
            <a:off x="658368" y="3493008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FRAMING QUESTION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03504" y="16916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does an</a:t>
            </a:r>
            <a:endParaRPr lang="en-US" sz="4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instruction belong?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40080" y="3154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9C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 every method by four properties: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3611880"/>
            <a:ext cx="1705356" cy="457200"/>
          </a:xfrm>
          <a:prstGeom prst="roundRect">
            <a:avLst>
              <a:gd name="adj" fmla="val 20000"/>
            </a:avLst>
          </a:prstGeom>
          <a:solidFill>
            <a:srgbClr val="33302A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3611880"/>
            <a:ext cx="17053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EC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loads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574036" y="3611880"/>
            <a:ext cx="2281428" cy="457200"/>
          </a:xfrm>
          <a:prstGeom prst="roundRect">
            <a:avLst>
              <a:gd name="adj" fmla="val 20000"/>
            </a:avLst>
          </a:prstGeom>
          <a:solidFill>
            <a:srgbClr val="33302A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2574036" y="3611880"/>
            <a:ext cx="2281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EC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Survives compaction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84064" y="3611880"/>
            <a:ext cx="1609344" cy="457200"/>
          </a:xfrm>
          <a:prstGeom prst="roundRect">
            <a:avLst>
              <a:gd name="adj" fmla="val 20000"/>
            </a:avLst>
          </a:prstGeom>
          <a:solidFill>
            <a:srgbClr val="33302A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084064" y="361188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EC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cost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922008" y="3611880"/>
            <a:ext cx="1321308" cy="457200"/>
          </a:xfrm>
          <a:prstGeom prst="roundRect">
            <a:avLst>
              <a:gd name="adj" fmla="val 20000"/>
            </a:avLst>
          </a:prstGeom>
          <a:solidFill>
            <a:srgbClr val="33302A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922008" y="3611880"/>
            <a:ext cx="1321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EC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Authority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2/14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TABLE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seven methods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8412480" cy="2858008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When it loads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Survives</a:t>
                      </a:r>
                      <a:endParaRPr lang="en-US" sz="1050" dirty="0"/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compaction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Context cost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Use it for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CLAUDE.md (root)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Session start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Yes — re-read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Always on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Project map &amp; conventions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CLAUDE.md (subdir)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On file access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On-demand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Scoped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Area-specific notes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Rules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Start or file-match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If matched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Low–medium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Scoped standards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Skills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When triggered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Loads fresh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Only when used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Multi-step procedures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Subagents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When invoked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Isolated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Summary only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Offloaded / parallel work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Hooks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On events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Yes — config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None (code)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Deterministic guardrails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Output styles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Session config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Minimal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Response formatting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Append-system-prompt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Per-launch flag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Session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Per-run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One-off run tweaks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3/14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MATCHING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decisions you'll make often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06908" y="15544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81228" y="184708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" y="1989734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1228" y="25146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“every time X,</a:t>
            </a:r>
            <a:endParaRPr lang="en-US" sz="1500" dirty="0"/>
          </a:p>
          <a:p>
            <a:pPr marL="0" indent="0">
              <a:buNone/>
            </a:pPr>
            <a:r>
              <a:rPr lang="en-US" sz="1500" i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 do Y”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81228" y="31821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065276" y="31455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681228" y="35661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Deterministic, event-driven action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68980" y="15544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543300" y="184708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946" y="1989734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43300" y="25146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“never do X”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43300" y="31821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3927348" y="31455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CLAUDE.md line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543300" y="35661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 · permissions · managed settings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31052" y="15544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405372" y="184708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8018" y="1989734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405372" y="25146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30-line procedure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405372" y="31821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789420" y="31455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405372" y="35661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Steps the model loads on demand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4/14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map, not a junk drawer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886200" cy="1828800"/>
          </a:xfrm>
          <a:prstGeom prst="roundRect">
            <a:avLst>
              <a:gd name="adj" fmla="val 5000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61848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1965960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 loaded &amp; memoized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Re-read after compaction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project's stable map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709160" y="1417320"/>
            <a:ext cx="3886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983480" y="161848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SUBDIR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983480" y="1965960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Loads on-demand by area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Local, area-specific notes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Keeps the root lean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8046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43000" y="370332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under 200 lines</a:t>
            </a:r>
            <a:endParaRPr lang="en-US" sz="12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3767328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370332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Bootstrap with /init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376732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074920" y="370332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 with #</a:t>
            </a:r>
            <a:endParaRPr lang="en-US" sz="12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3767328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040880" y="370332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secrets · no hard prohibitions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5/14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COMMANDS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light case for repeatable prompts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4663440" cy="2286000"/>
          </a:xfrm>
          <a:prstGeom prst="roundRect">
            <a:avLst>
              <a:gd name="adj" fmla="val 3200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41248" y="1737360"/>
            <a:ext cx="4114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.claude/commands/</a:t>
            </a: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review.md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the diff for </a:t>
            </a:r>
            <a:r>
              <a:rPr lang="en-US" sz="13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$ARGUMENTS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flag risky changes.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/review auth.cs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532120" y="1554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Markdown files in </a:t>
            </a: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.claude/commands/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532120" y="2148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$ARGUMENTS</a:t>
            </a: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injects what you pass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532120" y="278892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760720" y="2788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needs steps, it's a skill.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6/14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are folders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2070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66928" y="1207008"/>
            <a:ext cx="14173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CORRECTION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4206240" cy="2240280"/>
          </a:xfrm>
          <a:prstGeom prst="roundRect">
            <a:avLst>
              <a:gd name="adj" fmla="val 3265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1984248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.claude/skills/&lt;name&gt;/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SKILL.md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description: trigger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references/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scripts/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029200" y="173736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62" y="1846722"/>
            <a:ext cx="201900" cy="2019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96128" y="17007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folder, not a file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5596128" y="198424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SKILL.md + references/ + scripts/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029200" y="248716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562" y="2596530"/>
            <a:ext cx="201900" cy="2019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596128" y="24505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description = the trigger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5596128" y="273405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for the model to match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0" y="32369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8562" y="3346338"/>
            <a:ext cx="201900" cy="2019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596128" y="3200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Gotchas section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5596128" y="348386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Highest-value part — write it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7/14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Path-scoped standards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207008"/>
            <a:ext cx="681228" cy="329184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66928" y="1207008"/>
            <a:ext cx="68122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4206240" cy="2240280"/>
          </a:xfrm>
          <a:prstGeom prst="roundRect">
            <a:avLst>
              <a:gd name="adj" fmla="val 3265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1984248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.claude/rules/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data.md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paths: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"**/*.cs"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async EF Core calls.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0" y="173736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62" y="1846722"/>
            <a:ext cx="201900" cy="2019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96128" y="17007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Unscoped = always loaded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596128" y="198424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Path-scoped loads on file-match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029200" y="248716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562" y="2596530"/>
            <a:ext cx="201900" cy="2019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596128" y="24505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Gotcha: load on read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5596128" y="273405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Applies when a file is read, not created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029200" y="32369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8562" y="3346338"/>
            <a:ext cx="201900" cy="2019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596128" y="3200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project-level paths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596128" y="34838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User-level path scoping is unreliable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8/14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Out-of-sight workers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2070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66928" y="1207008"/>
            <a:ext cx="14173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CORRECTION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4206240" cy="1783080"/>
          </a:xfrm>
          <a:prstGeom prst="roundRect">
            <a:avLst>
              <a:gd name="adj" fmla="val 410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19659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.claude/agents/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explorer.md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claude-haiku-4-5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2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Markdown body = the brief</a:t>
            </a:r>
            <a:endParaRPr lang="en-US" sz="12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773936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40096" y="17099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.md + YAML frontmatter (not .yaml)</a:t>
            </a:r>
            <a:endParaRPr lang="en-US" sz="13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304288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340096" y="2240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 context — only a summary returns</a:t>
            </a:r>
            <a:endParaRPr lang="en-US" sz="13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834640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40096" y="27706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model: claude-haiku-4-5 as a cost lever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0"/>
          <p:cNvSpPr/>
          <p:nvPr/>
        </p:nvSpPr>
        <p:spPr>
          <a:xfrm>
            <a:off x="777240" y="3703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in-thread, steerable.   </a:t>
            </a: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Subagent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out-of-sight, returns a summary.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9/14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ASYNC SUBAGENTS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Spawn, keep working, get notified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80060" y="18288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1732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3741" y="2269541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006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Spawn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662940" y="32004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a subagent on a task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2994660" y="24688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3314700" y="18288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25196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381" y="226954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working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3497580" y="32004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 productive in the main thread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829300" y="24688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2"/>
          <p:cNvSpPr/>
          <p:nvPr/>
        </p:nvSpPr>
        <p:spPr>
          <a:xfrm>
            <a:off x="6149340" y="18288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08660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3021" y="2269541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4934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notified</a:t>
            </a:r>
            <a:endParaRPr lang="en-US" sz="1700" dirty="0"/>
          </a:p>
        </p:txBody>
      </p:sp>
      <p:sp>
        <p:nvSpPr>
          <p:cNvPr id="21" name="Text 15"/>
          <p:cNvSpPr/>
          <p:nvPr/>
        </p:nvSpPr>
        <p:spPr>
          <a:xfrm>
            <a:off x="6332220" y="32004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up its summary when it's done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10/14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 event guardrails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66928" y="1746504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04672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SessionStart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2130552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4672" y="2075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PreToolUse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514600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04672" y="24597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PostToolUse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898648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04672" y="2843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04672" y="3227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PreCompact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434840" y="1371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THEY WORK</a:t>
            </a:r>
            <a:endParaRPr lang="en-US" sz="11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09928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745736" y="165506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hook types to choose from</a:t>
            </a:r>
            <a:endParaRPr lang="en-US" sz="135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212848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45736" y="21579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in settings.json or managed settings</a:t>
            </a:r>
            <a:endParaRPr lang="en-US" sz="135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715768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745736" y="26609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registerable in skill frontmatter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4434840" y="3337560"/>
            <a:ext cx="4160520" cy="868680"/>
          </a:xfrm>
          <a:prstGeom prst="roundRect">
            <a:avLst>
              <a:gd name="adj" fmla="val 8421"/>
            </a:avLst>
          </a:prstGeom>
          <a:solidFill>
            <a:srgbClr val="F6E0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4663440" y="33375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real guardrail: 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PreToolUse exit code 2 blocks the action.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11/14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PLUGINS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Bundle and share your setup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BUNDLE CONTAINS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18745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04672" y="20756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034" y="2185050"/>
            <a:ext cx="201900" cy="2019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1783080"/>
            <a:ext cx="1051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606040" y="1783080"/>
            <a:ext cx="18745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2862072" y="20756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434" y="2185050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1783080"/>
            <a:ext cx="1051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Subagents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663440" y="1783080"/>
            <a:ext cx="18745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919472" y="20756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8834" y="2185050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40680" y="1783080"/>
            <a:ext cx="1051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720840" y="1783080"/>
            <a:ext cx="18745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976872" y="20756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234" y="2185050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498080" y="1783080"/>
            <a:ext cx="1051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 styles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48640" y="315468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71600" y="31546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in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 .claude/ to the repo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4663440" y="315468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48920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1402" y="3538362"/>
            <a:ext cx="201900" cy="20190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486400" y="31546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it to a marketplace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12/14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RETURNING ATTENDEES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changed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4173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3200400" y="14173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strike="sngStrike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files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57800" y="1417320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715000" y="141732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folders with SKILL.md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167128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68680" y="216712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Subagents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200400" y="21671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strike="sngStrike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YAML (.yaml)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257800" y="2167128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715000" y="2167128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markdown (.md) + frontmatter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48640" y="2916936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68680" y="291693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200400" y="291693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strike="sngStrike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not exist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257800" y="2916936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715000" y="2916936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path-scoped mechanism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3666744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68680" y="366674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 prohibitions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3200400" y="366674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strike="sngStrike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CLAUDE.md line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257800" y="366674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715000" y="3666744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 &amp; permissions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13/14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38328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52144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830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2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868680" y="243230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81635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294436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182112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committed .claude/ — rules, a skill folder, a guardrail hook &amp; a plugin manifest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521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430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path-scoped rules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591056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591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5819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skill folder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29968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690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02082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PreToolUse guardrail hook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468880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0690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526280" y="245973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a plugin manifest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069080" y="2953512"/>
            <a:ext cx="45720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4297680" y="308152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346704"/>
            <a:ext cx="182880" cy="18288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572000" y="33009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 loads on a matching .cs file</a:t>
            </a:r>
            <a:endParaRPr lang="en-US" sz="125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611880"/>
            <a:ext cx="182880" cy="1828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572000" y="35661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triggers from its description</a:t>
            </a:r>
            <a:endParaRPr lang="en-US" sz="125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877056"/>
            <a:ext cx="182880" cy="18288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572000" y="383133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 blocks a disallowed action</a:t>
            </a:r>
            <a:endParaRPr lang="en-US" sz="125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4142232"/>
            <a:ext cx="182880" cy="18288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4572000" y="40965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Plugin manifest validates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14/14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783</Words>
  <Application>Microsoft Macintosh PowerPoint</Application>
  <PresentationFormat>On-screen Show (16:9)</PresentationFormat>
  <Paragraphs>236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2 — Steering Claude Code</dc:title>
  <dc:subject>PptxGenJS Presentation</dc:subject>
  <dc:creator>dotnetclaude.com</dc:creator>
  <cp:lastModifiedBy>Chris Woodruff</cp:lastModifiedBy>
  <cp:revision>3</cp:revision>
  <dcterms:created xsi:type="dcterms:W3CDTF">2026-06-26T15:03:20Z</dcterms:created>
  <dcterms:modified xsi:type="dcterms:W3CDTF">2026-07-08T19:01:08Z</dcterms:modified>
</cp:coreProperties>
</file>