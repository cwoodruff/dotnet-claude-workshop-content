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eorgia"/>
          <a:ea typeface="Georgia"/>
          <a:cs typeface="Georgi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Inter"/>
          <a:ea typeface="Inter"/>
          <a:cs typeface="Inter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Inter"/>
          <a:ea typeface="Inter"/>
          <a:cs typeface="Inter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Inter"/>
          <a:ea typeface="Inter"/>
          <a:cs typeface="Inter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Inter"/>
          <a:ea typeface="Inter"/>
          <a:cs typeface="Inter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Inter"/>
          <a:ea typeface="Inter"/>
          <a:cs typeface="Inter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640080"/>
            <a:ext cx="960120" cy="9601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83880" y="1417320"/>
            <a:ext cx="411480" cy="411480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296" y="905256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3504" y="18745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Steering</a:t>
            </a:r>
            <a:endParaRPr lang="en-US" sz="5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658368" y="3493008"/>
            <a:ext cx="1005840" cy="0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36210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105 min  ·  50 lecture / demo  +  55 lab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FRAMING QUESTION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3504" y="1691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an</a:t>
            </a:r>
            <a:endParaRPr lang="en-US" sz="46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 belong?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Judge every method by four properties: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611880"/>
            <a:ext cx="1705356" cy="457200"/>
          </a:xfrm>
          <a:prstGeom prst="roundRect">
            <a:avLst>
              <a:gd name="adj" fmla="val 20000"/>
            </a:avLst>
          </a:prstGeom>
          <a:solidFill>
            <a:srgbClr val="33302A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1705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it loads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74036" y="3611880"/>
            <a:ext cx="2281428" cy="457200"/>
          </a:xfrm>
          <a:prstGeom prst="roundRect">
            <a:avLst>
              <a:gd name="adj" fmla="val 20000"/>
            </a:avLst>
          </a:prstGeom>
          <a:solidFill>
            <a:srgbClr val="33302A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574036" y="3611880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Survives compaction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84064" y="3611880"/>
            <a:ext cx="1609344" cy="457200"/>
          </a:xfrm>
          <a:prstGeom prst="roundRect">
            <a:avLst>
              <a:gd name="adj" fmla="val 20000"/>
            </a:avLst>
          </a:prstGeom>
          <a:solidFill>
            <a:srgbClr val="33302A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84064" y="36118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cost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22008" y="3611880"/>
            <a:ext cx="1321308" cy="457200"/>
          </a:xfrm>
          <a:prstGeom prst="roundRect">
            <a:avLst>
              <a:gd name="adj" fmla="val 20000"/>
            </a:avLst>
          </a:prstGeom>
          <a:solidFill>
            <a:srgbClr val="33302A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922008" y="3611880"/>
            <a:ext cx="1321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5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5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 ·  2/14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 TABLE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seven methods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2858008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When it loads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Survives</a:t>
                      </a:r>
                      <a:endParaRPr lang="en-US" sz="1050" dirty="0"/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compaction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Context cost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Use it for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1413"/>
                          </a:solidFill>
                        </a:rPr>
                        <a:t>CLAUDE.md (root)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Session start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Yes — re-read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Always on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Project map &amp; conventions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1413"/>
                          </a:solidFill>
                        </a:rPr>
                        <a:t>CLAUDE.md (subdir)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On file access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On-demand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Scoped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Area-specific notes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1413"/>
                          </a:solidFill>
                        </a:rPr>
                        <a:t>Rules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Start or file-match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If matched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Low–medium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Scoped standards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1413"/>
                          </a:solidFill>
                        </a:rPr>
                        <a:t>Skills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When triggered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Loads fresh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Only when used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Multi-step procedures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1413"/>
                          </a:solidFill>
                        </a:rPr>
                        <a:t>Subagents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When invoked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Isolated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Summary only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Offloaded / parallel work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1413"/>
                          </a:solidFill>
                        </a:rPr>
                        <a:t>Hooks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On events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Yes — config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None (code)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Deterministic guardrails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1413"/>
                          </a:solidFill>
                        </a:rPr>
                        <a:t>Output styles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Session config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Minimal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Response formatting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1413"/>
                          </a:solidFill>
                        </a:rPr>
                        <a:t>Append-system-prompt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Per-launch flag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Session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Per-run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</a:rPr>
                        <a:t>One-off run tweaks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 ·  3/14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 MATCHING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decisions you'll make often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6908" y="155448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81228" y="184708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74" y="1989734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1228" y="25146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“every time X,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do Y”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81228" y="3182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65276" y="31455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81228" y="3566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Deterministic, event-driven action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68980" y="155448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543300" y="184708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946" y="1989734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43300" y="25146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“never do X”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543300" y="3182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927348" y="31455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CLAUDE.md line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543300" y="3566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Hooks · permissions · managed settings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31052" y="155448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05372" y="184708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018" y="1989734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5372" y="25146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30-line procedure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05372" y="3182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789420" y="31455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405372" y="3566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 the model loads on demand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 ·  4/14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map, not a junk drawer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F4E4DC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6184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9659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loaded &amp; memoized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Re-read after compaction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project's stable map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709160" y="141732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83480" y="16184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SUBDIR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83480" y="19659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Loads on-demand by area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Local, area-specific notes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Keeps the root lean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732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37033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under 200 lines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376732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37033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with /init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76732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74920" y="37033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 with #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767328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40880" y="37033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secrets · no hard prohibitions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 ·  5/14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COMMANDS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light case for repeatable prompts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4663440" cy="2286000"/>
          </a:xfrm>
          <a:prstGeom prst="roundRect">
            <a:avLst>
              <a:gd name="adj" fmla="val 3200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41248" y="173736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</a:t>
            </a:r>
            <a:r>
              <a:rPr lang="en-US" sz="13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review.md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the diff for </a:t>
            </a:r>
            <a:r>
              <a:rPr lang="en-US" sz="135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$ARGUMENTS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flag risky changes.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3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/review auth.cs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532120" y="15544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Markdown files in </a:t>
            </a:r>
            <a:r>
              <a:rPr lang="en-US" sz="14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.claude/commands/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32120" y="2148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$ARGUMENTS</a:t>
            </a:r>
            <a:r>
              <a:rPr 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injects what you pass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532120" y="278892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0" y="2788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it needs steps, it's a skill.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 ·  6/14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are folders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20700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" y="1207008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4206240" cy="2240280"/>
          </a:xfrm>
          <a:prstGeom prst="roundRect">
            <a:avLst>
              <a:gd name="adj" fmla="val 3265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1984248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.claude/skills/&lt;name&gt;/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SKILL.md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description: trigger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references/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scripts/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0" y="173736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562" y="1846722"/>
            <a:ext cx="201900" cy="201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96128" y="17007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folder, not a file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596128" y="19842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SKILL.md + references/ + scripts/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0" y="248716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562" y="2596530"/>
            <a:ext cx="201900" cy="201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96128" y="2450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 = the trigger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5596128" y="273405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Written for the model to match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0" y="3236976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562" y="3346338"/>
            <a:ext cx="201900" cy="2019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96128" y="3200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Gotchas section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5596128" y="348386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Highest-value part — write it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 ·  7/14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Path-scoped standards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207008"/>
            <a:ext cx="681228" cy="329184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" y="1207008"/>
            <a:ext cx="68122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4206240" cy="2240280"/>
          </a:xfrm>
          <a:prstGeom prst="roundRect">
            <a:avLst>
              <a:gd name="adj" fmla="val 3265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1984248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.claude/rules/</a:t>
            </a: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data.md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paths: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"**/*.cs"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async EF Core calls.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0" y="173736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562" y="1846722"/>
            <a:ext cx="201900" cy="201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96128" y="17007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Unscoped = always loaded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596128" y="19842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Path-scoped loads on file-match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29200" y="248716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562" y="2596530"/>
            <a:ext cx="201900" cy="201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96128" y="2450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Gotcha: load on read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596128" y="273405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Applies when a file is read, not created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029200" y="3236976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562" y="3346338"/>
            <a:ext cx="201900" cy="2019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96128" y="3200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project-level paths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596128" y="34838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User-level path scoping is unreliable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 ·  8/14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Out-of-sight workers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20700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" y="1207008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4206240" cy="1783080"/>
          </a:xfrm>
          <a:prstGeom prst="roundRect">
            <a:avLst>
              <a:gd name="adj" fmla="val 4103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19659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explorer.md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claude-haiku-4-5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Markdown body = the brief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7393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0096" y="1709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.md + YAML frontmatter (not .yaml)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30428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40096" y="2240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context — only a summary returns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83464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40096" y="27706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model: claude-haiku-4-5 as a cost lever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548640" y="370332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777240" y="3703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</a:t>
            </a: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in-thread, steerable.   </a:t>
            </a:r>
            <a:r>
              <a:rPr lang="en-US" sz="135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Subagent </a:t>
            </a: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out-of-sight, returns a summary.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 ·  9/14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 SUBAGENTS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Spawn, keep working, get notified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0060" y="182880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173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741" y="2269541"/>
            <a:ext cx="307238" cy="307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0060" y="28529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Spawn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6294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a subagent on a task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994660" y="24688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3314700" y="182880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25196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226954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4700" y="28529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working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49758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productive in the main thread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829300" y="24688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6149340" y="182880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08660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3021" y="226954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49340" y="28529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notified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633222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up its summary when it's done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 ·  10/14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event guardrails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66928" y="1746504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4672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SessionStart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130552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4672" y="2075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514600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04672" y="2459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PostToolUse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2898648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04672" y="2843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" y="3282696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04672" y="3227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PreCompact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43484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THEY WORK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099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45736" y="16550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hook types to choose from</a:t>
            </a:r>
            <a:endParaRPr lang="en-US" sz="13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212848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45736" y="21579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in settings.json or managed settings</a:t>
            </a:r>
            <a:endParaRPr lang="en-US" sz="13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715768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45736" y="26609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registerable in skill frontmatter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4434840" y="333756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F6E0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663440" y="33375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guardrail:  </a:t>
            </a: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PreToolUse exit code 2 blocks the action.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 ·  11/14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Bundle and share your setup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BUNDLE CONTAINS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4672" y="207568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34" y="2185050"/>
            <a:ext cx="201900" cy="20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78308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606040" y="178308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2862072" y="207568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434" y="2185050"/>
            <a:ext cx="201900" cy="201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83280" y="178308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Subagents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663440" y="178308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919472" y="207568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834" y="2185050"/>
            <a:ext cx="201900" cy="201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178308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720840" y="178308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976872" y="207568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234" y="2185050"/>
            <a:ext cx="201900" cy="2019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98080" y="178308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styles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548640" y="315468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777240" y="342900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602" y="3538362"/>
            <a:ext cx="201900" cy="2019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71600" y="31546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in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 .claude/ to the repo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4663440" y="315468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4892040" y="342900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1402" y="3538362"/>
            <a:ext cx="201900" cy="2019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486400" y="31546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it to a marketplace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 ·  12/14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RETURNING ATTENDEES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4173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200400" y="14173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strike="sngStrike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files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14173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15000" y="141732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folders with SKILL.md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167128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21671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Subagents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00400" y="216712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strike="sngStrike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YAML (.yaml)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57800" y="2167128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15000" y="216712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markdown (.md) + frontmatter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2916936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8680" y="291693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200400" y="291693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strike="sngStrike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not exist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57800" y="2916936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715000" y="291693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path-scoped mechanism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3666744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68680" y="366674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prohibitions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200400" y="366674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strike="sngStrike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CLAUDE.md line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257800" y="366674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715000" y="366674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hooks &amp; permissions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 ·  13/14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22960"/>
            <a:ext cx="3154680" cy="3383280"/>
          </a:xfrm>
          <a:prstGeom prst="roundRect">
            <a:avLst>
              <a:gd name="adj" fmla="val 3478"/>
            </a:avLst>
          </a:prstGeom>
          <a:solidFill>
            <a:srgbClr val="D97757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152144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2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868680" y="243230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 min  ·  hands-on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886968" y="2816352"/>
            <a:ext cx="1691640" cy="0"/>
          </a:xfrm>
          <a:prstGeom prst="line">
            <a:avLst/>
          </a:prstGeom>
          <a:noFill/>
          <a:ln w="19050">
            <a:solidFill>
              <a:srgbClr val="F2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68680" y="294436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68680" y="31821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committed .claude/ — rules, a skill folder, a guardrail hook &amp; a plugin manifest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06908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PARTS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069080" y="1152144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069080" y="1152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11430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 path-scoped rules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4069080" y="1591056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069080" y="1591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26280" y="15819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skill folder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4069080" y="2029968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069080" y="2029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26280" y="20208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PreToolUse guardrail hook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4069080" y="2468880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06908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526280" y="24597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 plugin manifest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4069080" y="2953512"/>
            <a:ext cx="45720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297680" y="30815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</a:t>
            </a:r>
            <a:endParaRPr lang="en-US" sz="105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346704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572000" y="33009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loads on a matching .cs file</a:t>
            </a:r>
            <a:endParaRPr lang="en-US" sz="125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611880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572000" y="3566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triggers from its description</a:t>
            </a:r>
            <a:endParaRPr lang="en-US" sz="125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877056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572000" y="38313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blocks a disallowed action</a:t>
            </a:r>
            <a:endParaRPr lang="en-US" sz="125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4142232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572000" y="40965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Plugin manifest validates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 ·  14/14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793</Words>
  <Application>Microsoft Macintosh PowerPoint</Application>
  <PresentationFormat>On-screen Show (16:9)</PresentationFormat>
  <Paragraphs>237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Courier New</vt:lpstr>
      <vt:lpstr>Georgia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2 — Steering Claude Code</dc:title>
  <dc:subject>PptxGenJS Presentation</dc:subject>
  <dc:creator>dotnetclaude.com</dc:creator>
  <cp:lastModifiedBy>Chris Woodruff</cp:lastModifiedBy>
  <cp:revision>2</cp:revision>
  <dcterms:created xsi:type="dcterms:W3CDTF">2026-06-26T15:03:20Z</dcterms:created>
  <dcterms:modified xsi:type="dcterms:W3CDTF">2026-07-06T11:27:00Z</dcterms:modified>
</cp:coreProperties>
</file>