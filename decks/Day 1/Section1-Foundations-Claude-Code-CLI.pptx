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4152" y="89611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+</a:t>
            </a:r>
            <a:endParaRPr lang="en-US" sz="5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 CLI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456432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844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  ·  40 lecture / demo  +  50 lab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Claude Code from autocomplete &amp; copilots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how LLMs work — and apply it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on WSL2, macOS, or Linux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 (same agent in IDEs)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a meaningful CLAUDE.md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permission model safely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a real .NET project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2/13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Seven objectives — they map to the lecture blocks and the closing Lab 1.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that assist → agents that execute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THAT ASSIST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 &amp; inline suggestions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drive every keystroke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file, one step at a time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7492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4E4DC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39496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EXECUTE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9496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Reads, edits, runs and tests code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Plans and acts across many files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steer; it does the work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69080" y="24231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3/13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Claude Code lives on the right: it acts, it doesn't just suggest.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DEVELOPER'S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 actually behaves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4447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94" y="15541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371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≈ ¾ word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892040" y="1371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Billing and limits are measured in tokens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198424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57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94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9842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window = working memory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892040" y="19842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it can "see" right now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259689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2779410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259689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structure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892040" y="25968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→ response, one exchange at a time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320954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13232" y="328269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3392058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1600" y="32095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temperature for code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892040" y="320954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Favors precise, deterministic output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4E4DC"/>
          </a:solidFill>
          <a:ln/>
        </p:spPr>
      </p:sp>
      <p:sp>
        <p:nvSpPr>
          <p:cNvPr id="26" name="Shape 19"/>
          <p:cNvSpPr/>
          <p:nvPr/>
        </p:nvSpPr>
        <p:spPr>
          <a:xfrm>
            <a:off x="713232" y="3913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4022994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71600" y="38404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Grounding:  </a:t>
            </a:r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Claude can't see it, it may invent it — tell it to read before it writes.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4/13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Grounding is the punchline — most bad output traces back to the model guessing.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MECHANICS TO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mechanics matter in practice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Finite context</a:t>
            </a:r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it · keep CLAUDE.md lean · /clear between tasks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&gt; recall</a:t>
            </a:r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Have it read the files before editing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Turns + tools</a:t>
            </a:r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 an agent loop, not one reply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6634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377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tiers</a:t>
            </a:r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377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Haiku for mechanical · Sonnet / Opus for reasoning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5/13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Each mechanic on the left forces a concrete habit on the right.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PRODUCTS, ONE BRAND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Claude Code fits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interface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assistant in your browser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API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on the models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Covered on Day 2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4E4DC"/>
          </a:solidFill>
          <a:ln w="12700">
            <a:solidFill>
              <a:srgbClr val="F4E4D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in your shell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focus today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6/13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Same brand, three surfaces — today is the shell agent, the API is Day 2.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RUNNING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authenticate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2697480"/>
          </a:xfrm>
          <a:prstGeom prst="roundRect">
            <a:avLst>
              <a:gd name="adj" fmla="val 2712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0934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4"/>
          <p:cNvSpPr/>
          <p:nvPr/>
        </p:nvSpPr>
        <p:spPr>
          <a:xfrm>
            <a:off x="1024128" y="160934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</p:sp>
      <p:sp>
        <p:nvSpPr>
          <p:cNvPr id="8" name="Shape 5"/>
          <p:cNvSpPr/>
          <p:nvPr/>
        </p:nvSpPr>
        <p:spPr>
          <a:xfrm>
            <a:off x="1243584" y="160934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</p:sp>
      <p:sp>
        <p:nvSpPr>
          <p:cNvPr id="9" name="Text 6"/>
          <p:cNvSpPr/>
          <p:nvPr/>
        </p:nvSpPr>
        <p:spPr>
          <a:xfrm>
            <a:off x="14630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1901952"/>
            <a:ext cx="7406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 — one line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— install inside WSL2, then the same line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run the npm install above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OAuth: log in on your plan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7/13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Two auth paths: OAuth on an existing plan, or an API key for metered use.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agent, three surfaces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169164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REPL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"explain"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one-shot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# commands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--continue</a:t>
            </a:r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resume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interactive session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0" y="2039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One-shot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669280" y="2313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"prompt" — single answer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0" y="2660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/help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669280" y="29352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slash commands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0" y="3282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669280" y="3557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up the last session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8/13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Same agent, three surfaces — the IDE integration arrives in Section 3.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project briefing (teaser)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70" y="173699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at session start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84632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Becomes part of the system prompt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22768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3957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25050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276856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846320" y="22768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a first draft for the repo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304495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49808" y="31638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27318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04495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with #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846320" y="304495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Quickly add a fact mid-session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48640" y="38587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treatment in Section 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9/13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Just the mechanics today — the authoring craft comes in Section 2.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permission model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prompts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08660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edits and commands as they happen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314700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Allow-listing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515868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Pre-approve trusted actions to cut friction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21908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mode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323076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Non-interactive runs for CI &amp; automation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10/13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Default is ask-first; allow-listing and headless are deliberate opt-ins.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4" name="Shape 1"/>
          <p:cNvSpPr/>
          <p:nvPr/>
        </p:nvSpPr>
        <p:spPr>
          <a:xfrm>
            <a:off x="804672" y="106070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1051560" y="868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codebase exploration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against </a:t>
            </a:r>
            <a:pPr indent="0" marL="0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9900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" y="30614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9718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Claude Code at the repo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33756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408883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3192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it to map the solution structure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68503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756355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6667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a request end to end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66928" y="403250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" y="4103827"/>
            <a:ext cx="131674" cy="13167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401421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it read before it answers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11/13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Narrate your thinking aloud; let them see grounding happen in real time.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remember from Section 1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49808" y="158191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170" y="169127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6304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is an agent, not autocomplete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21284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2441082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21284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is power — read before you write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29626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30815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3190890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2962656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is your project briefing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371246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49808" y="383133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9406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37124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mechanics drive real decisions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12/13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Four lines to carry into the lab — agent, grounding, briefing, mechanics.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154680" cy="324612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sx="100000" sy="100000" kx="0" ky="0" algn="bl" rotWithShape="0" blurRad="88900" dist="38100" dir="5400000">
              <a:srgbClr val="000000">
                <a:alpha val="10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216152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874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532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926080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306324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30098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Claude Code session + committed CLAUDE.md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406908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2070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2" name="Text 8"/>
          <p:cNvSpPr/>
          <p:nvPr/>
        </p:nvSpPr>
        <p:spPr>
          <a:xfrm>
            <a:off x="406908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&amp; authenticate Claude Code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069080" y="16642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5" name="Text 11"/>
          <p:cNvSpPr/>
          <p:nvPr/>
        </p:nvSpPr>
        <p:spPr>
          <a:xfrm>
            <a:off x="406908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2628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your CLAUDE.md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069080" y="21214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</p:sp>
      <p:sp>
        <p:nvSpPr>
          <p:cNvPr id="18" name="Text 14"/>
          <p:cNvSpPr/>
          <p:nvPr/>
        </p:nvSpPr>
        <p:spPr>
          <a:xfrm>
            <a:off x="40690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5262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5 exploration prompts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069080" y="2633472"/>
            <a:ext cx="45720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297680" y="27614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302666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9809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--version succeeds</a:t>
            </a:r>
            <a:endParaRPr lang="en-US" sz="12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27355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227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Authenticated (OAuth or API key)</a:t>
            </a:r>
            <a:endParaRPr lang="en-US" sz="12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52044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74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committed to git</a:t>
            </a:r>
            <a:endParaRPr lang="en-US" sz="125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97680" y="3767328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21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 prompts answered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13/13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Send them off with a clear definition of done — checkpoint must be all green.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 — Foundations + Claude Code CLI</dc:title>
  <dc:subject>PptxGenJS Presentation</dc:subject>
  <dc:creator>dotnetclaude.com</dc:creator>
  <cp:lastModifiedBy>dotnetclaude.com</cp:lastModifiedBy>
  <cp:revision>1</cp:revision>
  <dcterms:created xsi:type="dcterms:W3CDTF">2026-06-26T14:53:45Z</dcterms:created>
  <dcterms:modified xsi:type="dcterms:W3CDTF">2026-06-26T14:53:45Z</dcterms:modified>
</cp:coreProperties>
</file>