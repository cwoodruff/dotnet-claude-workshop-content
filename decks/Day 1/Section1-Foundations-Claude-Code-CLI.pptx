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10"/>
    <p:sldId id="264" r:id="rId11"/>
    <p:sldId id="265" r:id="rId12"/>
    <p:sldId id="266" r:id="rId13"/>
    <p:sldId id="267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2534"/>
  </p:normalViewPr>
  <p:slideViewPr>
    <p:cSldViewPr snapToGrid="0" snapToObjects="1">
      <p:cViewPr varScale="1">
        <p:scale>
          <a:sx n="138" d="100"/>
          <a:sy n="138" d="100"/>
        </p:scale>
        <p:origin x="1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6722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eorgia"/>
          <a:ea typeface="Georgia"/>
          <a:cs typeface="Georgia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Inter"/>
          <a:ea typeface="Inter"/>
          <a:cs typeface="Inter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Inter"/>
          <a:ea typeface="Inter"/>
          <a:cs typeface="Inter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Inter"/>
          <a:ea typeface="Inter"/>
          <a:cs typeface="Inter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Inter"/>
          <a:ea typeface="Inter"/>
          <a:cs typeface="Inter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Inter"/>
          <a:ea typeface="Inter"/>
          <a:cs typeface="Inter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Inter"/>
          <a:ea typeface="Inter"/>
          <a:cs typeface="Inter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Inter"/>
          <a:ea typeface="Inter"/>
          <a:cs typeface="Inter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640080"/>
            <a:ext cx="960120" cy="9601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1732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896112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03504" y="18288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Foundations +</a:t>
            </a:r>
            <a:endParaRPr lang="en-US" sz="50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Claude Code CLI</a:t>
            </a:r>
            <a:endParaRPr lang="en-US" sz="5000" dirty="0"/>
          </a:p>
        </p:txBody>
      </p:sp>
      <p:sp>
        <p:nvSpPr>
          <p:cNvPr id="7" name="Shape 4"/>
          <p:cNvSpPr/>
          <p:nvPr/>
        </p:nvSpPr>
        <p:spPr>
          <a:xfrm>
            <a:off x="658368" y="3456432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40080" y="35844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 min  ·  40 lecture / demo  +  50 lab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640080" y="446227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  ·  .NET AI with Claude Workshop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1470721"/>
            <a:ext cx="149230" cy="14923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24128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Separate Claude Code from autocomplete &amp; copilots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8013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1882201"/>
            <a:ext cx="149230" cy="14923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24128" y="17830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 how LLMs work — and apply it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21284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2293681"/>
            <a:ext cx="149230" cy="14923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24128" y="2194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on WSL2, macOS, or Linux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62432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2705161"/>
            <a:ext cx="149230" cy="14923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24128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 from the terminal (same agent in IDEs)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03580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116641"/>
            <a:ext cx="149230" cy="149230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24128" y="301752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a meaningful CLAUDE.md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44728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528121"/>
            <a:ext cx="149230" cy="149230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24128" y="34290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permission model safely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66928" y="3858768"/>
            <a:ext cx="310896" cy="310896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" y="3939601"/>
            <a:ext cx="149230" cy="149230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1024128" y="3840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Explore a real .NET project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7" name="Text 17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2/14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Tools that assist → agents that execute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68680" y="18288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THAT ASSIST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68680" y="224028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Autocomplete &amp; inline suggestions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drive every keystroke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file, one step at a time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074920" y="155448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394960" y="18288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THAT EXECUTE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394960" y="2240280"/>
            <a:ext cx="2971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Reads, edits, runs and tests code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Plans and acts across many files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steer; it does the work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069080" y="24231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3/14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DEVELOPER'S MENTAL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model actually behaves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13232" y="14447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594" y="155411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37160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Tokens ≈ ¾ word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4892040" y="137160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Billing and limits are measured in tokens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198424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13232" y="20574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594" y="2166762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198424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window = working memory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4892040" y="19842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it can "see" right now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2596896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13232" y="267004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594" y="2779410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371600" y="259689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structure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4892040" y="25968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 → response, one exchange at a time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548640" y="3209544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13232" y="328269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594" y="3392058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71600" y="320954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Low temperature for code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4892040" y="320954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Favors precise, deterministic output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548640" y="3840480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19"/>
          <p:cNvSpPr/>
          <p:nvPr/>
        </p:nvSpPr>
        <p:spPr>
          <a:xfrm>
            <a:off x="713232" y="39136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594" y="4022994"/>
            <a:ext cx="201900" cy="20190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371600" y="3840480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Grounding:  </a:t>
            </a: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Claude can't see it, it may invent it — tell it to read before it writes.</a:t>
            </a:r>
            <a:endParaRPr lang="en-US" sz="1350" dirty="0"/>
          </a:p>
        </p:txBody>
      </p:sp>
      <p:sp>
        <p:nvSpPr>
          <p:cNvPr id="29" name="Text 21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4/14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MECHANICS TO DECISIONS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mechanics matter in practice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6733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Finite context</a:t>
            </a: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22960" y="20574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Budget it · keep CLAUDE.md lean · /clear between tasks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663440" y="150876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937760" y="16733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Grounding &gt; recall</a:t>
            </a: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937760" y="205740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Have it read the files before editing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2944368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22960" y="3108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Turns + tools</a:t>
            </a: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22960" y="349300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Expect an agent loop, not one reply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663440" y="2944368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4937760" y="3108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tiers</a:t>
            </a:r>
            <a:r>
              <a:rPr lang="en-US" sz="14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→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937760" y="349300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Haiku for mechanical · Sonnet / Opus for reasoning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5/14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PRODUCTS, ONE BRAND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Claude Code fits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44752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1173" y="2059229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Claude.ai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507492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interface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90372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assistant in your browser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3314700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251960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381" y="2059229"/>
            <a:ext cx="307238" cy="30723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API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3314700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on the models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3497580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Covered on Day 2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121908" y="1600200"/>
            <a:ext cx="2514600" cy="2468880"/>
          </a:xfrm>
          <a:prstGeom prst="roundRect">
            <a:avLst>
              <a:gd name="adj" fmla="val 3704"/>
            </a:avLst>
          </a:prstGeom>
          <a:solidFill>
            <a:srgbClr val="F4E4DC"/>
          </a:solidFill>
          <a:ln w="12700">
            <a:solidFill>
              <a:srgbClr val="F4E4DC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059168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5589" y="2059229"/>
            <a:ext cx="307238" cy="30723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6121908" y="30175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 in your shell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304788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focus today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8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6/14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 RUNNING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 &amp; authenticate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8046720" cy="2697480"/>
          </a:xfrm>
          <a:prstGeom prst="roundRect">
            <a:avLst>
              <a:gd name="adj" fmla="val 2712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04672" y="1609344"/>
            <a:ext cx="146304" cy="146304"/>
          </a:xfrm>
          <a:prstGeom prst="ellipse">
            <a:avLst/>
          </a:prstGeom>
          <a:solidFill>
            <a:srgbClr val="E068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1024128" y="1609344"/>
            <a:ext cx="146304" cy="146304"/>
          </a:xfrm>
          <a:prstGeom prst="ellipse">
            <a:avLst/>
          </a:prstGeom>
          <a:solidFill>
            <a:srgbClr val="E0A0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1243584" y="1609344"/>
            <a:ext cx="146304" cy="146304"/>
          </a:xfrm>
          <a:prstGeom prst="ellipse">
            <a:avLst/>
          </a:prstGeom>
          <a:solidFill>
            <a:srgbClr val="5FB87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463040" y="15361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68680" y="1901952"/>
            <a:ext cx="7406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macOS / Linux — one line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install -g @anthropic-ai/claude-code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Windows — install inside WSL2, then the same line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wsl</a:t>
            </a: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 run the npm install above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r>
              <a:rPr lang="en-US" sz="13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OAuth: log in on your plan</a:t>
            </a:r>
            <a:endParaRPr lang="en-US" sz="13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ANTHROPIC_API_KEY=</a:t>
            </a:r>
            <a:r>
              <a:rPr lang="en-US" sz="13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sk-ant-...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7/14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 FROM THE TERMINAL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agent, three surfaces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846320" cy="24688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41248" y="1691640"/>
            <a:ext cx="4389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# REPL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"explain"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one-shot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/help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# commands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--continue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resume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66928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0" y="1691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— interactive session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669280" y="203911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One-shot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5669280" y="231343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"prompt" — single answer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669280" y="266090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/help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5669280" y="29352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 slash commands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669280" y="328269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--continue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669280" y="355701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up the last session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8/14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DAILY DRIVER SET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Commands you'll use all day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8046720" cy="2926080"/>
          </a:xfrm>
          <a:prstGeom prst="roundRect">
            <a:avLst>
              <a:gd name="adj" fmla="val 296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41248" y="1691640"/>
            <a:ext cx="7498079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/init   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scaffold CLAUDE.md            (Lab 1)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&lt;fact&gt;  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append a fact to CLAUDE.md    (Lab 1)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/memory 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config is loaded         (Labs 2-4)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/clear  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fresh context between tasks   (all day)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/compact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summarize &amp; keep going        (long labs)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@path/to/file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point Claude at a file        (all day)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      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interrupt Claude mid-turn</a:t>
            </a:r>
            <a:endParaRPr lang="en-US" sz="13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Shift+Tab      </a:t>
            </a: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cycle modes -&gt; plan mode      (Section 4)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9/14</a:t>
            </a:r>
            <a:endParaRPr lang="en-US" sz="900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BASICS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project briefing (teaser)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49808" y="162763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173699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50876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Loaded at session start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4846320" y="150876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Becomes part of the system prompt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48640" y="2276856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749808" y="239572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2505090"/>
            <a:ext cx="201900" cy="2019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63040" y="2276856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Bootstrap with /init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4846320" y="2276856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Generates a first draft for the repo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3044952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49808" y="3163824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170" y="3273186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463040" y="3044952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 with #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4846320" y="3044952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Quickly add a fact mid-session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548640" y="38587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treatment in Section 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10/14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permission model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600200"/>
            <a:ext cx="25146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44752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1173" y="2059229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679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prompts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08660" y="3108960"/>
            <a:ext cx="2112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edits and commands as they happen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314700" y="1600200"/>
            <a:ext cx="25146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251960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381" y="205922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14700" y="2679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Allow-listing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3515868" y="3108960"/>
            <a:ext cx="2112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Pre-approve trusted actions to cut friction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121908" y="1600200"/>
            <a:ext cx="251460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059168" y="189280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5589" y="2059229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21908" y="2679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Headless mode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6323076" y="3108960"/>
            <a:ext cx="211226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Non-interactive runs for CI &amp; automation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11/14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6868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6070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686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691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codebase exploration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48640" y="22860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against </a:t>
            </a: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BookTracker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66928" y="29900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061411"/>
            <a:ext cx="131674" cy="13167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297180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Point Claude Code at the repo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66928" y="3337560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408883"/>
            <a:ext cx="131674" cy="13167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33192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it to map the solution structure</a:t>
            </a:r>
            <a:endParaRPr lang="en-US" sz="1450" dirty="0"/>
          </a:p>
        </p:txBody>
      </p:sp>
      <p:sp>
        <p:nvSpPr>
          <p:cNvPr id="14" name="Shape 9"/>
          <p:cNvSpPr/>
          <p:nvPr/>
        </p:nvSpPr>
        <p:spPr>
          <a:xfrm>
            <a:off x="566928" y="3685032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3756355"/>
            <a:ext cx="131674" cy="131674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6667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Trace a request end to end</a:t>
            </a:r>
            <a:endParaRPr lang="en-US" sz="1450" dirty="0"/>
          </a:p>
        </p:txBody>
      </p:sp>
      <p:sp>
        <p:nvSpPr>
          <p:cNvPr id="17" name="Shape 11"/>
          <p:cNvSpPr/>
          <p:nvPr/>
        </p:nvSpPr>
        <p:spPr>
          <a:xfrm>
            <a:off x="566928" y="4032504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251" y="4103827"/>
            <a:ext cx="131674" cy="13167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401421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it read before it answers</a:t>
            </a:r>
            <a:endParaRPr lang="en-US" sz="1450" dirty="0"/>
          </a:p>
        </p:txBody>
      </p:sp>
      <p:sp>
        <p:nvSpPr>
          <p:cNvPr id="20" name="Text 13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12/14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remember from Section 1</a:t>
            </a:r>
            <a:endParaRPr lang="en-US" sz="27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749808" y="158191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170" y="1691274"/>
            <a:ext cx="201900" cy="2019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63040" y="1463040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is an agent, not autocomplete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212848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749808" y="23317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170" y="2441082"/>
            <a:ext cx="201900" cy="2019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463040" y="2212848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is power — read before you write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548640" y="2962656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9"/>
          <p:cNvSpPr/>
          <p:nvPr/>
        </p:nvSpPr>
        <p:spPr>
          <a:xfrm>
            <a:off x="749808" y="3081528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170" y="3190890"/>
            <a:ext cx="201900" cy="20190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63040" y="2962656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is your project briefing</a:t>
            </a:r>
            <a:endParaRPr lang="en-US" sz="1700" dirty="0"/>
          </a:p>
        </p:txBody>
      </p:sp>
      <p:sp>
        <p:nvSpPr>
          <p:cNvPr id="17" name="Shape 11"/>
          <p:cNvSpPr/>
          <p:nvPr/>
        </p:nvSpPr>
        <p:spPr>
          <a:xfrm>
            <a:off x="548640" y="3712464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749808" y="3831336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9170" y="3940698"/>
            <a:ext cx="201900" cy="20190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63040" y="3712464"/>
            <a:ext cx="6949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LLM mechanics drive real decisions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13/14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411480"/>
            <a:ext cx="292608" cy="29260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68680"/>
            <a:ext cx="3154680" cy="324612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216152"/>
            <a:ext cx="566928" cy="56692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87452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1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868680" y="253288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926080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3063240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300984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Claude Code session + committed CLAUDE.md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4069080" y="868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207008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207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526280" y="1188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&amp; authenticate Claude Code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4069080" y="1664208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6642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526280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 your CLAUDE.md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069080" y="2121408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121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452628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5 exploration prompts</a:t>
            </a:r>
            <a:endParaRPr lang="en-US" sz="1500" dirty="0"/>
          </a:p>
        </p:txBody>
      </p:sp>
      <p:sp>
        <p:nvSpPr>
          <p:cNvPr id="20" name="Shape 16"/>
          <p:cNvSpPr/>
          <p:nvPr/>
        </p:nvSpPr>
        <p:spPr>
          <a:xfrm>
            <a:off x="4069080" y="2633472"/>
            <a:ext cx="457200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E4E1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297680" y="276148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026664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98094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--version succeeds</a:t>
            </a:r>
            <a:endParaRPr lang="en-US" sz="12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27355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22783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Authenticated (OAuth or API key)</a:t>
            </a:r>
            <a:endParaRPr lang="en-US" sz="12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520440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747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committed to git</a:t>
            </a:r>
            <a:endParaRPr lang="en-US" sz="12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7680" y="3767328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72000" y="37216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5 prompts answered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4864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937760" y="481888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 ·  14/14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839</Words>
  <Application>Microsoft Macintosh PowerPoint</Application>
  <PresentationFormat>On-screen Show (16:9)</PresentationFormat>
  <Paragraphs>175</Paragraphs>
  <Slides>14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1 — Foundations + Claude Code CLI</dc:title>
  <dc:subject>PptxGenJS Presentation</dc:subject>
  <dc:creator>dotnetclaude.com</dc:creator>
  <cp:lastModifiedBy>Chris Woodruff</cp:lastModifiedBy>
  <cp:revision>3</cp:revision>
  <dcterms:created xsi:type="dcterms:W3CDTF">2026-06-26T14:53:45Z</dcterms:created>
  <dcterms:modified xsi:type="dcterms:W3CDTF">2026-07-07T12:46:56Z</dcterms:modified>
</cp:coreProperties>
</file>