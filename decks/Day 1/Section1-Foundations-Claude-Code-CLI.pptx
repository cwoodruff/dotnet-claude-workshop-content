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eorgia"/>
          <a:ea typeface="Georgia"/>
          <a:cs typeface="Georgi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Inter"/>
          <a:ea typeface="Inter"/>
          <a:cs typeface="Inter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Inter"/>
          <a:ea typeface="Inter"/>
          <a:cs typeface="Inter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Inter"/>
          <a:ea typeface="Inter"/>
          <a:cs typeface="Inter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Inter"/>
          <a:ea typeface="Inter"/>
          <a:cs typeface="Inter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Inter"/>
          <a:ea typeface="Inter"/>
          <a:cs typeface="Inter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Inter"/>
          <a:ea typeface="Inter"/>
          <a:cs typeface="Inter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Inter"/>
          <a:ea typeface="Inter"/>
          <a:cs typeface="Inte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640080"/>
            <a:ext cx="960120" cy="9601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1417320"/>
            <a:ext cx="411480" cy="411480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89611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3504" y="18288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+</a:t>
            </a:r>
            <a:endParaRPr lang="en-US" sz="5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CLI</a:t>
            </a:r>
            <a:endParaRPr lang="en-US" sz="5000" dirty="0"/>
          </a:p>
        </p:txBody>
      </p:sp>
      <p:sp>
        <p:nvSpPr>
          <p:cNvPr id="7" name="Shape 4"/>
          <p:cNvSpPr/>
          <p:nvPr/>
        </p:nvSpPr>
        <p:spPr>
          <a:xfrm>
            <a:off x="658368" y="3456432"/>
            <a:ext cx="1005840" cy="0"/>
          </a:xfrm>
          <a:prstGeom prst="line">
            <a:avLst/>
          </a:prstGeom>
          <a:noFill/>
          <a:ln w="3175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3584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min  ·  40 lecture / demo  +  50 lab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walk away able to do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38988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1470721"/>
            <a:ext cx="149230" cy="1492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Claude Code from autocomplete &amp; copilots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66928" y="180136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1882201"/>
            <a:ext cx="149230" cy="1492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1783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how LLMs work — and apply it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66928" y="221284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2293681"/>
            <a:ext cx="149230" cy="1492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2194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on WSL2, macOS, or Linux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66928" y="262432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2705161"/>
            <a:ext cx="149230" cy="1492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4128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 from the terminal (same agent in IDEs)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566928" y="303580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3116641"/>
            <a:ext cx="149230" cy="14923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24128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a meaningful CLAUDE.md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66928" y="344728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3528121"/>
            <a:ext cx="149230" cy="14923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24128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permission model safely</a:t>
            </a:r>
            <a:endParaRPr lang="en-US" sz="1600" dirty="0"/>
          </a:p>
        </p:txBody>
      </p:sp>
      <p:sp>
        <p:nvSpPr>
          <p:cNvPr id="23" name="Shape 14"/>
          <p:cNvSpPr/>
          <p:nvPr/>
        </p:nvSpPr>
        <p:spPr>
          <a:xfrm>
            <a:off x="566928" y="3858768"/>
            <a:ext cx="310896" cy="310896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61" y="3939601"/>
            <a:ext cx="149230" cy="14923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024128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a real .NET project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that assist → agents that execute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THAT ASSIST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Autocomplete &amp; inline suggestions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drive every keystroke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file, one step at a time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74920" y="15544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4E4DC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949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THAT EXECUTE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0" y="224028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Reads, edits, runs and tests code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and acts across many files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steer; it does the work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069080" y="2423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DEVELOPER'S MENTAL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model actually behaves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13232" y="144475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94" y="1554114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≈ ¾ word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892040" y="13716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and limits are measured in tokens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9842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13232" y="205740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94" y="2166762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19842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window = working memory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892040" y="19842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it can "see" right now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13232" y="267004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94" y="2779410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25968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structure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892040" y="259689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→ response, one exchange at a time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209544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13232" y="328269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94" y="3392058"/>
            <a:ext cx="201900" cy="201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32095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temperature for code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892040" y="320954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Favors precise, deterministic output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48640" y="3840480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713232" y="391363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594" y="4022994"/>
            <a:ext cx="201900" cy="2019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71600" y="384048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Grounding:  </a:t>
            </a: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Claude can't see it, it may invent it — tell it to read before it writes.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MECHANICS TO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mechanics matter in practice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673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Finite context</a:t>
            </a: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→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0574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it · keep CLAUDE.md lean · /clear between tasks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5087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37760" y="1673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 &gt; recall</a:t>
            </a: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→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37760" y="20574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Have it read the files before editing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94436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+ tools</a:t>
            </a: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→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349300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 an agent loop, not one reply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663440" y="2944368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tiers</a:t>
            </a:r>
            <a:r>
              <a:rPr lang="en-US" sz="14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37760" y="349300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Haiku for mechanical · Sonnet / Opus for reasoning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PRODUCTS, ONE BRAND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Claude Code fits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" y="160020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44752" y="189280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173" y="2059229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492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Claude.ai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7492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interface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90372" y="3383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assistant in your browser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14700" y="160020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251960" y="189280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2059229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4700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API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31470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on the models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97580" y="3383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Covered on Day 2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21908" y="160020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F4E4DC"/>
          </a:solidFill>
          <a:ln w="12700">
            <a:solidFill>
              <a:srgbClr val="F4E4DC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059168" y="189280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589" y="2059229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21908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121908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in your shell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304788" y="3383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focus today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RUNNING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&amp; authenticate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8046720" cy="2697480"/>
          </a:xfrm>
          <a:prstGeom prst="roundRect">
            <a:avLst>
              <a:gd name="adj" fmla="val 2712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4672" y="1609344"/>
            <a:ext cx="146304" cy="146304"/>
          </a:xfrm>
          <a:prstGeom prst="ellipse">
            <a:avLst/>
          </a:prstGeom>
          <a:solidFill>
            <a:srgbClr val="E068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24128" y="1609344"/>
            <a:ext cx="146304" cy="146304"/>
          </a:xfrm>
          <a:prstGeom prst="ellipse">
            <a:avLst/>
          </a:prstGeom>
          <a:solidFill>
            <a:srgbClr val="E0A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243584" y="1609344"/>
            <a:ext cx="146304" cy="146304"/>
          </a:xfrm>
          <a:prstGeom prst="ellipse">
            <a:avLst/>
          </a:prstGeom>
          <a:solidFill>
            <a:srgbClr val="5FB8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6304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1901952"/>
            <a:ext cx="7406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 / Linux — one line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@anthropic-ai/claude-code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— install inside WSL2, then the same line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</a:t>
            </a:r>
            <a:r>
              <a:rPr lang="en-US" sz="13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run the npm install above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r>
              <a:rPr lang="en-US" sz="135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OAuth: log in on your plan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5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ANTHROPIC_API_KEY=</a:t>
            </a:r>
            <a:r>
              <a:rPr lang="en-US" sz="1350" dirty="0">
                <a:solidFill>
                  <a:srgbClr val="E0A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sk-ant-...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 FROM THE TERMINAL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agent, three surfaces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1F1E1D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41248" y="169164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r>
              <a:rPr lang="en-US" sz="13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REPL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"explain"</a:t>
            </a:r>
            <a:r>
              <a:rPr lang="en-US" sz="13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one-shot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r>
              <a:rPr lang="en-US" sz="13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# commands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9E5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--continue</a:t>
            </a:r>
            <a:r>
              <a:rPr lang="en-US" sz="1300" dirty="0">
                <a:solidFill>
                  <a:srgbClr val="9A9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resume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0" y="1691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— interactive session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0" y="2039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One-shot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0" y="2313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"prompt" — single answer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0" y="2660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/help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0" y="29352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slash commands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0" y="32826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--continue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69280" y="3557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up the last session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 briefing (teaser)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" y="1736994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5087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at session start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846320" y="15087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Becomes part of the system prompt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276856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49808" y="239572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" y="2505090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27685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with /init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846320" y="22768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 first draft for the repo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3044952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49808" y="3163824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70" y="3273186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04495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 with #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846320" y="304495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Quickly add a fact mid-session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38587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treatment in Section 2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permission model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" y="1600200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44752" y="189280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173" y="2059229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492" y="26791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prompts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08660" y="3108960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edits and commands as they happen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314700" y="1600200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251960" y="189280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205922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14700" y="26791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Allow-listing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515868" y="3108960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Pre-approve trusted actions to cut friction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21908" y="1600200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059168" y="1892808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589" y="2059229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21908" y="26791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Headless mode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323076" y="3108960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Non-interactive runs for CI &amp; automation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6868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04672" y="1060704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51560" y="868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codebase exploration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against </a:t>
            </a:r>
            <a:r>
              <a:rPr lang="en-US" sz="20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BookTracker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66928" y="2990088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061411"/>
            <a:ext cx="131674" cy="1316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9718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Claude Code at the repo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66928" y="333756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408883"/>
            <a:ext cx="131674" cy="1316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31927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it to map the solution structure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66928" y="3685032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3756355"/>
            <a:ext cx="131674" cy="1316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66674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a request end to end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66928" y="4032504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" y="4103827"/>
            <a:ext cx="131674" cy="13167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401421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it read before it answers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remember from Section 1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9808" y="1581912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" y="1691274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46304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is an agent, not autocomplete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212848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49808" y="2331720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" y="2441082"/>
            <a:ext cx="201900" cy="201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221284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is power — read before you write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548640" y="2962656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749808" y="3081528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70" y="3190890"/>
            <a:ext cx="201900" cy="201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2962656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 is your project briefing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548640" y="3712464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749808" y="3831336"/>
            <a:ext cx="420624" cy="42062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170" y="3940698"/>
            <a:ext cx="201900" cy="2019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3712464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mechanics drive real decisions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12/13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411480"/>
            <a:ext cx="292608" cy="2926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868680"/>
            <a:ext cx="3154680" cy="3246120"/>
          </a:xfrm>
          <a:prstGeom prst="roundRect">
            <a:avLst>
              <a:gd name="adj" fmla="val 3478"/>
            </a:avLst>
          </a:prstGeom>
          <a:solidFill>
            <a:srgbClr val="D97757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216152"/>
            <a:ext cx="566928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1874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868680" y="25328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min  ·  hands-on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86968" y="2926080"/>
            <a:ext cx="1691640" cy="0"/>
          </a:xfrm>
          <a:prstGeom prst="line">
            <a:avLst/>
          </a:prstGeom>
          <a:noFill/>
          <a:ln w="19050">
            <a:solidFill>
              <a:srgbClr val="F2C9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68680" y="30632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E9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68680" y="330098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Claude Code session + committed CLAUDE.md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06908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PARTS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069080" y="1207008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0690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628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&amp; authenticate Claude Code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069080" y="1664208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06908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262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your CLAUDE.md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069080" y="2121408"/>
            <a:ext cx="329184" cy="329184"/>
          </a:xfrm>
          <a:prstGeom prst="ellipse">
            <a:avLst/>
          </a:prstGeom>
          <a:solidFill>
            <a:srgbClr val="F4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069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262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5 exploration prompts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069080" y="2633472"/>
            <a:ext cx="45720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297680" y="27614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10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026664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72000" y="2980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--version succeeds</a:t>
            </a:r>
            <a:endParaRPr lang="en-US" sz="12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273552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72000" y="3227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Authenticated (OAuth or API key)</a:t>
            </a:r>
            <a:endParaRPr lang="en-US" sz="12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520440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3474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CLAUDE.md committed to git</a:t>
            </a:r>
            <a:endParaRPr lang="en-US" sz="12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767328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72000" y="3721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4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5 prompts answered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dotnetclaude.com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937760" y="4818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15C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 ·  13/13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Macintosh PowerPoint</Application>
  <PresentationFormat>On-screen Show (16:9)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Georgia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1 — Foundations + Claude Code CLI</dc:title>
  <dc:subject>PptxGenJS Presentation</dc:subject>
  <dc:creator>dotnetclaude.com</dc:creator>
  <cp:lastModifiedBy>Chris Woodruff</cp:lastModifiedBy>
  <cp:revision>2</cp:revision>
  <dcterms:created xsi:type="dcterms:W3CDTF">2026-06-26T14:53:45Z</dcterms:created>
  <dcterms:modified xsi:type="dcterms:W3CDTF">2026-07-06T11:27:42Z</dcterms:modified>
</cp:coreProperties>
</file>